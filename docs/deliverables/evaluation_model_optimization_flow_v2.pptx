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d394a9eaed4c83" /><Relationship Type="http://schemas.openxmlformats.org/officeDocument/2006/relationships/extended-properties" Target="/docProps/app.xml" Id="R00c0c7cee2b74621" /><Relationship Type="http://schemas.openxmlformats.org/officeDocument/2006/relationships/officeDocument" Target="/ppt/presentation.xml" Id="R7bdc2b14f1084338" /></Relationships>
</file>

<file path=ppt/presentation.xml><?xml version="1.0" encoding="utf-8"?>
<p:presentation xmlns:p="http://schemas.openxmlformats.org/presentationml/2006/main">
  <p:sldMasterIdLst>
    <p:sldMasterId xmlns:r="http://schemas.openxmlformats.org/officeDocument/2006/relationships" id="2147483648" r:id="R31c956c9b0984729"/>
  </p:sldMasterIdLst>
  <p:notesMasterIdLst>
    <p:notesMasterId xmlns:r="http://schemas.openxmlformats.org/officeDocument/2006/relationships" r:id="R0088385c9e684dc0"/>
  </p:notesMasterIdLst>
  <p:sldIdLst>
    <p:sldId xmlns:r="http://schemas.openxmlformats.org/officeDocument/2006/relationships" id="256" r:id="R1e29bf67a6b94d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77ca5dc6ec4570" /><Relationship Type="http://schemas.openxmlformats.org/officeDocument/2006/relationships/slideMaster" Target="/ppt/slideMasters/slideMaster1.xml" Id="R31c956c9b0984729" /><Relationship Type="http://schemas.openxmlformats.org/officeDocument/2006/relationships/notesMaster" Target="/ppt/notesMasters/notesMaster1.xml" Id="R0088385c9e684dc0" /><Relationship Type="http://schemas.openxmlformats.org/officeDocument/2006/relationships/presProps" Target="/ppt/presProps.xml" Id="R2c6f0d5d44f0447a" /><Relationship Type="http://schemas.openxmlformats.org/officeDocument/2006/relationships/tableStyles" Target="/ppt/tableStyles.xml" Id="R3015b6cd296248f2" /><Relationship Type="http://schemas.openxmlformats.org/officeDocument/2006/relationships/slide" Target="/ppt/slides/slide1.xml" Id="R1e29bf67a6b94d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4765e932ad41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abd7f73c5b4a1d" /><Relationship Type="http://schemas.openxmlformats.org/officeDocument/2006/relationships/notesMaster" Target="/ppt/notesMasters/notesMaster1.xml" Id="R5c3fe730b52047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평가 구조: 고정 평가 세트, Tool·Rule 검사, RAG 단계 비교, Sol LLM Judge를 결합한다. Sol은 초기 타당성 검증과 품질 상한 확인에 사용하고, Luna·Terra 구성을 API 운영 기준으로 최적화하며, Qwen·Gemma 로컬 후보는 향후 GPU 환경에서 같은 평가 기준으로 검증한다.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0e868b556a4a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4624f6261a4bc7" /><Relationship Type="http://schemas.openxmlformats.org/officeDocument/2006/relationships/slideLayout" Target="/ppt/slideLayouts/slideLayout1.xml" Id="Rdbac93706e104e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ac93706e104e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0137d8822a49ef" /><Relationship Type="http://schemas.openxmlformats.org/officeDocument/2006/relationships/image" Target="/ppt/media/image.png" Id="R86977891c5794b30" /><Relationship Type="http://schemas.openxmlformats.org/officeDocument/2006/relationships/image" Target="/ppt/media/image.svg" Id="Rd0c184342a554321" /><Relationship Type="http://schemas.openxmlformats.org/officeDocument/2006/relationships/image" Target="/ppt/media/image2.png" Id="R5143f056e93746f4" /><Relationship Type="http://schemas.openxmlformats.org/officeDocument/2006/relationships/image" Target="/ppt/media/image2.svg" Id="R1d83e8297c194936" /><Relationship Type="http://schemas.openxmlformats.org/officeDocument/2006/relationships/image" Target="/ppt/media/image3.png" Id="R8e35c6c206a44f08" /><Relationship Type="http://schemas.openxmlformats.org/officeDocument/2006/relationships/image" Target="/ppt/media/image3.svg" Id="R87e70fe1f2774e92" /><Relationship Type="http://schemas.openxmlformats.org/officeDocument/2006/relationships/image" Target="/ppt/media/image4.png" Id="R893b573a45e54af7" /><Relationship Type="http://schemas.openxmlformats.org/officeDocument/2006/relationships/image" Target="/ppt/media/image4.svg" Id="Rc190cc4d5cf54239" /><Relationship Type="http://schemas.openxmlformats.org/officeDocument/2006/relationships/image" Target="/ppt/media/image5.png" Id="R8534230366b844c4" /><Relationship Type="http://schemas.openxmlformats.org/officeDocument/2006/relationships/image" Target="/ppt/media/image5.svg" Id="R55cae093419844d7" /><Relationship Type="http://schemas.openxmlformats.org/officeDocument/2006/relationships/image" Target="/ppt/media/image6.png" Id="Rf822dee3dbb541a6" /><Relationship Type="http://schemas.openxmlformats.org/officeDocument/2006/relationships/image" Target="/ppt/media/image6.svg" Id="R7563a78199464070" /><Relationship Type="http://schemas.openxmlformats.org/officeDocument/2006/relationships/image" Target="/ppt/media/image7.png" Id="R941cd634750046a0" /><Relationship Type="http://schemas.openxmlformats.org/officeDocument/2006/relationships/image" Target="/ppt/media/image7.svg" Id="R08a9fe3f108b4a52" /><Relationship Type="http://schemas.openxmlformats.org/officeDocument/2006/relationships/image" Target="/ppt/media/image8.png" Id="R8ee1580e053c4901" /><Relationship Type="http://schemas.openxmlformats.org/officeDocument/2006/relationships/image" Target="/ppt/media/image8.svg" Id="Rf8f34cb0ac484314" /><Relationship Type="http://schemas.openxmlformats.org/officeDocument/2006/relationships/notesSlide" Target="/ppt/notesSlides/notesSlide1.xml" Id="R28433c87d3b341e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 name="">
            <a:extLst xmlns:a="http://schemas.openxmlformats.org/drawingml/2006/main">
              <a:ext uri="{FF2B5EF4-FFF2-40B4-BE49-F238E27FC236}">
                <a16:creationId xmlns:a16="http://schemas.microsoft.com/office/drawing/2014/main" id="{6973664B-0ED1-4EDF-B426-407CAD4C6BF2}"/>
              </a:ext>
            </a:extLst>
          </p:cNvPr>
          <p:cNvSpPr>
            <a:spLocks xmlns:a="http://schemas.openxmlformats.org/drawingml/2006/main" noGrp="1"/>
          </p:cNvSpPr>
          <p:nvPr/>
        </p:nvSpPr>
        <p:spPr>
          <a:xfrm xmlns:a="http://schemas.openxmlformats.org/drawingml/2006/main">
            <a:off x="495300" y="323850"/>
            <a:ext cx="11201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1">
                <a:solidFill>
                  <a:srgbClr val="27664F"/>
                </a:solidFill>
                <a:latin typeface="Noto Sans KR"/>
                <a:ea typeface="Noto Sans KR"/>
                <a:cs typeface="Noto Sans KR"/>
              </a:defRPr>
            </a:pPr>
            <a:r>
              <a:rPr sz="863" b="1">
                <a:solidFill>
                  <a:srgbClr val="27664F"/>
                </a:solidFill>
                <a:latin typeface="Noto Sans KR"/>
                <a:ea typeface="Noto Sans KR"/>
                <a:cs typeface="Noto Sans KR"/>
              </a:rPr>
              <a:t>CUSTOMER INTELLIGENCE</a:t>
            </a:r>
          </a:p>
        </p:txBody>
      </p:sp>
      <p:sp>
        <p:nvSpPr>
          <p:cNvPr id="2" name="">
            <a:extLst xmlns:a="http://schemas.openxmlformats.org/drawingml/2006/main">
              <a:ext uri="{FF2B5EF4-FFF2-40B4-BE49-F238E27FC236}">
                <a16:creationId xmlns:a16="http://schemas.microsoft.com/office/drawing/2014/main" id="{5A4EDDFB-BCFF-4593-AD34-DB6E185565EE}"/>
              </a:ext>
            </a:extLst>
          </p:cNvPr>
          <p:cNvSpPr>
            <a:spLocks xmlns:a="http://schemas.openxmlformats.org/drawingml/2006/main" noGrp="1"/>
          </p:cNvSpPr>
          <p:nvPr/>
        </p:nvSpPr>
        <p:spPr>
          <a:xfrm xmlns:a="http://schemas.openxmlformats.org/drawingml/2006/main">
            <a:off x="495300" y="581025"/>
            <a:ext cx="11201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400" b="1">
                <a:solidFill>
                  <a:srgbClr val="17231F"/>
                </a:solidFill>
                <a:latin typeface="Noto Sans KR"/>
                <a:ea typeface="Noto Sans KR"/>
                <a:cs typeface="Noto Sans KR"/>
              </a:defRPr>
            </a:pPr>
            <a:r>
              <a:rPr sz="2400" b="1">
                <a:solidFill>
                  <a:srgbClr val="17231F"/>
                </a:solidFill>
                <a:latin typeface="Noto Sans KR"/>
                <a:ea typeface="Noto Sans KR"/>
                <a:cs typeface="Noto Sans KR"/>
              </a:rPr>
              <a:t>평가 자동화와 모델 최적화</a:t>
            </a:r>
          </a:p>
        </p:txBody>
      </p:sp>
      <p:sp>
        <p:nvSpPr>
          <p:cNvPr id="3" name="">
            <a:extLst xmlns:a="http://schemas.openxmlformats.org/drawingml/2006/main">
              <a:ext uri="{FF2B5EF4-FFF2-40B4-BE49-F238E27FC236}">
                <a16:creationId xmlns:a16="http://schemas.microsoft.com/office/drawing/2014/main" id="{432C144B-FDD2-4F5A-A9EF-CEAF2D28EDE6}"/>
              </a:ext>
            </a:extLst>
          </p:cNvPr>
          <p:cNvSpPr>
            <a:spLocks xmlns:a="http://schemas.openxmlformats.org/drawingml/2006/main" noGrp="1"/>
          </p:cNvSpPr>
          <p:nvPr/>
        </p:nvSpPr>
        <p:spPr>
          <a:xfrm xmlns:a="http://schemas.openxmlformats.org/drawingml/2006/main">
            <a:off x="495300" y="1019175"/>
            <a:ext cx="11201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90" b="0">
                <a:solidFill>
                  <a:srgbClr val="64716B"/>
                </a:solidFill>
                <a:latin typeface="Noto Sans KR"/>
                <a:ea typeface="Noto Sans KR"/>
                <a:cs typeface="Noto Sans KR"/>
              </a:defRPr>
            </a:pPr>
            <a:r>
              <a:rPr sz="990" b="0">
                <a:solidFill>
                  <a:srgbClr val="64716B"/>
                </a:solidFill>
                <a:latin typeface="Noto Sans KR"/>
                <a:ea typeface="Noto Sans KR"/>
                <a:cs typeface="Noto Sans KR"/>
              </a:rPr>
              <a:t>고성능 모델로 설계를 검증한 뒤, 같은 평가 기준으로 운영 모델과 로컬 후보를 비교합니다.</a:t>
            </a:r>
          </a:p>
        </p:txBody>
      </p:sp>
      <p:sp>
        <p:nvSpPr>
          <p:cNvPr id="4" name="">
            <a:extLst xmlns:a="http://schemas.openxmlformats.org/drawingml/2006/main">
              <a:ext uri="{FF2B5EF4-FFF2-40B4-BE49-F238E27FC236}">
                <a16:creationId xmlns:a16="http://schemas.microsoft.com/office/drawing/2014/main" id="{610DEE01-2EFB-4F1E-848C-D80D57688E19}"/>
              </a:ext>
            </a:extLst>
          </p:cNvPr>
          <p:cNvSpPr>
            <a:spLocks xmlns:a="http://schemas.openxmlformats.org/drawingml/2006/main" noGrp="1"/>
          </p:cNvSpPr>
          <p:nvPr/>
        </p:nvSpPr>
        <p:spPr>
          <a:xfrm xmlns:a="http://schemas.openxmlformats.org/drawingml/2006/main">
            <a:off x="457200" y="1571625"/>
            <a:ext cx="144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05" b="1">
                <a:solidFill>
                  <a:srgbClr val="64716B"/>
                </a:solidFill>
                <a:latin typeface="Noto Sans KR"/>
                <a:ea typeface="Noto Sans KR"/>
                <a:cs typeface="Noto Sans KR"/>
              </a:defRPr>
            </a:pPr>
            <a:r>
              <a:rPr sz="705" b="1">
                <a:solidFill>
                  <a:srgbClr val="64716B"/>
                </a:solidFill>
                <a:latin typeface="Noto Sans KR"/>
                <a:ea typeface="Noto Sans KR"/>
                <a:cs typeface="Noto Sans KR"/>
              </a:rPr>
              <a:t>01  평가 입력</a:t>
            </a:r>
          </a:p>
        </p:txBody>
      </p:sp>
      <p:sp>
        <p:nvSpPr>
          <p:cNvPr id="5" name="">
            <a:extLst xmlns:a="http://schemas.openxmlformats.org/drawingml/2006/main">
              <a:ext uri="{FF2B5EF4-FFF2-40B4-BE49-F238E27FC236}">
                <a16:creationId xmlns:a16="http://schemas.microsoft.com/office/drawing/2014/main" id="{4440088C-D80E-40EE-A343-5AF46805FE60}"/>
              </a:ext>
            </a:extLst>
          </p:cNvPr>
          <p:cNvSpPr>
            <a:spLocks xmlns:a="http://schemas.openxmlformats.org/drawingml/2006/main" noGrp="1"/>
          </p:cNvSpPr>
          <p:nvPr/>
        </p:nvSpPr>
        <p:spPr>
          <a:xfrm xmlns:a="http://schemas.openxmlformats.org/drawingml/2006/main">
            <a:off x="457200" y="1838325"/>
            <a:ext cx="1447800" cy="0"/>
          </a:xfrm>
          <a:prstGeom xmlns:a="http://schemas.openxmlformats.org/drawingml/2006/main" prst="line">
            <a:avLst/>
          </a:prstGeom>
          <a:noFill xmlns:a="http://schemas.openxmlformats.org/drawingml/2006/main"/>
          <a:ln xmlns:a="http://schemas.openxmlformats.org/drawingml/2006/main" w="13335">
            <a:solidFill>
              <a:srgbClr val="D8E3DE"/>
            </a:solidFill>
            <a:prstDash val="solid"/>
          </a:ln>
        </p:spPr>
      </p:sp>
      <p:sp>
        <p:nvSpPr>
          <p:cNvPr id="6" name="">
            <a:extLst xmlns:a="http://schemas.openxmlformats.org/drawingml/2006/main">
              <a:ext uri="{FF2B5EF4-FFF2-40B4-BE49-F238E27FC236}">
                <a16:creationId xmlns:a16="http://schemas.microsoft.com/office/drawing/2014/main" id="{F4762E55-FE52-456E-BAB1-D02277AE9C7D}"/>
              </a:ext>
            </a:extLst>
          </p:cNvPr>
          <p:cNvSpPr>
            <a:spLocks xmlns:a="http://schemas.openxmlformats.org/drawingml/2006/main" noGrp="1"/>
          </p:cNvSpPr>
          <p:nvPr/>
        </p:nvSpPr>
        <p:spPr>
          <a:xfrm xmlns:a="http://schemas.openxmlformats.org/drawingml/2006/main">
            <a:off x="2171700" y="15716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05" b="1">
                <a:solidFill>
                  <a:srgbClr val="64716B"/>
                </a:solidFill>
                <a:latin typeface="Noto Sans KR"/>
                <a:ea typeface="Noto Sans KR"/>
                <a:cs typeface="Noto Sans KR"/>
              </a:defRPr>
            </a:pPr>
            <a:r>
              <a:rPr sz="705" b="1">
                <a:solidFill>
                  <a:srgbClr val="64716B"/>
                </a:solidFill>
                <a:latin typeface="Noto Sans KR"/>
                <a:ea typeface="Noto Sans KR"/>
                <a:cs typeface="Noto Sans KR"/>
              </a:rPr>
              <a:t>02  모델 전환 과정</a:t>
            </a:r>
          </a:p>
        </p:txBody>
      </p:sp>
      <p:sp>
        <p:nvSpPr>
          <p:cNvPr id="7" name="">
            <a:extLst xmlns:a="http://schemas.openxmlformats.org/drawingml/2006/main">
              <a:ext uri="{FF2B5EF4-FFF2-40B4-BE49-F238E27FC236}">
                <a16:creationId xmlns:a16="http://schemas.microsoft.com/office/drawing/2014/main" id="{E5CCFB77-AEB8-44B6-A4B4-90B6F2D8BE33}"/>
              </a:ext>
            </a:extLst>
          </p:cNvPr>
          <p:cNvSpPr>
            <a:spLocks xmlns:a="http://schemas.openxmlformats.org/drawingml/2006/main" noGrp="1"/>
          </p:cNvSpPr>
          <p:nvPr/>
        </p:nvSpPr>
        <p:spPr>
          <a:xfrm xmlns:a="http://schemas.openxmlformats.org/drawingml/2006/main">
            <a:off x="2171700" y="1838325"/>
            <a:ext cx="4000500" cy="0"/>
          </a:xfrm>
          <a:prstGeom xmlns:a="http://schemas.openxmlformats.org/drawingml/2006/main" prst="line">
            <a:avLst/>
          </a:prstGeom>
          <a:noFill xmlns:a="http://schemas.openxmlformats.org/drawingml/2006/main"/>
          <a:ln xmlns:a="http://schemas.openxmlformats.org/drawingml/2006/main" w="13335">
            <a:solidFill>
              <a:srgbClr val="D8E3DE"/>
            </a:solidFill>
            <a:prstDash val="solid"/>
          </a:ln>
        </p:spPr>
      </p:sp>
      <p:sp>
        <p:nvSpPr>
          <p:cNvPr id="8" name="">
            <a:extLst xmlns:a="http://schemas.openxmlformats.org/drawingml/2006/main">
              <a:ext uri="{FF2B5EF4-FFF2-40B4-BE49-F238E27FC236}">
                <a16:creationId xmlns:a16="http://schemas.microsoft.com/office/drawing/2014/main" id="{A8CFAD79-907D-4E3E-8089-41E3ECABBA4C}"/>
              </a:ext>
            </a:extLst>
          </p:cNvPr>
          <p:cNvSpPr>
            <a:spLocks xmlns:a="http://schemas.openxmlformats.org/drawingml/2006/main" noGrp="1"/>
          </p:cNvSpPr>
          <p:nvPr/>
        </p:nvSpPr>
        <p:spPr>
          <a:xfrm xmlns:a="http://schemas.openxmlformats.org/drawingml/2006/main">
            <a:off x="6457950" y="157162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05" b="1">
                <a:solidFill>
                  <a:srgbClr val="64716B"/>
                </a:solidFill>
                <a:latin typeface="Noto Sans KR"/>
                <a:ea typeface="Noto Sans KR"/>
                <a:cs typeface="Noto Sans KR"/>
              </a:defRPr>
            </a:pPr>
            <a:r>
              <a:rPr sz="705" b="1">
                <a:solidFill>
                  <a:srgbClr val="64716B"/>
                </a:solidFill>
                <a:latin typeface="Noto Sans KR"/>
                <a:ea typeface="Noto Sans KR"/>
                <a:cs typeface="Noto Sans KR"/>
              </a:rPr>
              <a:t>03  결과 수집</a:t>
            </a:r>
          </a:p>
        </p:txBody>
      </p:sp>
      <p:sp>
        <p:nvSpPr>
          <p:cNvPr id="9" name="">
            <a:extLst xmlns:a="http://schemas.openxmlformats.org/drawingml/2006/main">
              <a:ext uri="{FF2B5EF4-FFF2-40B4-BE49-F238E27FC236}">
                <a16:creationId xmlns:a16="http://schemas.microsoft.com/office/drawing/2014/main" id="{BB9B530A-0A24-4125-A993-AF165B1869CF}"/>
              </a:ext>
            </a:extLst>
          </p:cNvPr>
          <p:cNvSpPr>
            <a:spLocks xmlns:a="http://schemas.openxmlformats.org/drawingml/2006/main" noGrp="1"/>
          </p:cNvSpPr>
          <p:nvPr/>
        </p:nvSpPr>
        <p:spPr>
          <a:xfrm xmlns:a="http://schemas.openxmlformats.org/drawingml/2006/main">
            <a:off x="6457950" y="1838325"/>
            <a:ext cx="1524000" cy="0"/>
          </a:xfrm>
          <a:prstGeom xmlns:a="http://schemas.openxmlformats.org/drawingml/2006/main" prst="line">
            <a:avLst/>
          </a:prstGeom>
          <a:noFill xmlns:a="http://schemas.openxmlformats.org/drawingml/2006/main"/>
          <a:ln xmlns:a="http://schemas.openxmlformats.org/drawingml/2006/main" w="13335">
            <a:solidFill>
              <a:srgbClr val="D8E3DE"/>
            </a:solidFill>
            <a:prstDash val="solid"/>
          </a:ln>
        </p:spPr>
      </p:sp>
      <p:sp>
        <p:nvSpPr>
          <p:cNvPr id="10" name="">
            <a:extLst xmlns:a="http://schemas.openxmlformats.org/drawingml/2006/main">
              <a:ext uri="{FF2B5EF4-FFF2-40B4-BE49-F238E27FC236}">
                <a16:creationId xmlns:a16="http://schemas.microsoft.com/office/drawing/2014/main" id="{43405FB7-3021-40CA-AABF-D2B05D7DF7D1}"/>
              </a:ext>
            </a:extLst>
          </p:cNvPr>
          <p:cNvSpPr>
            <a:spLocks xmlns:a="http://schemas.openxmlformats.org/drawingml/2006/main" noGrp="1"/>
          </p:cNvSpPr>
          <p:nvPr/>
        </p:nvSpPr>
        <p:spPr>
          <a:xfrm xmlns:a="http://schemas.openxmlformats.org/drawingml/2006/main">
            <a:off x="8267700" y="157162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05" b="1">
                <a:solidFill>
                  <a:srgbClr val="64716B"/>
                </a:solidFill>
                <a:latin typeface="Noto Sans KR"/>
                <a:ea typeface="Noto Sans KR"/>
                <a:cs typeface="Noto Sans KR"/>
              </a:defRPr>
            </a:pPr>
            <a:r>
              <a:rPr sz="705" b="1">
                <a:solidFill>
                  <a:srgbClr val="64716B"/>
                </a:solidFill>
                <a:latin typeface="Noto Sans KR"/>
                <a:ea typeface="Noto Sans KR"/>
                <a:cs typeface="Noto Sans KR"/>
              </a:rPr>
              <a:t>04  공통 평가 체계</a:t>
            </a:r>
          </a:p>
        </p:txBody>
      </p:sp>
      <p:sp>
        <p:nvSpPr>
          <p:cNvPr id="11" name="">
            <a:extLst xmlns:a="http://schemas.openxmlformats.org/drawingml/2006/main">
              <a:ext uri="{FF2B5EF4-FFF2-40B4-BE49-F238E27FC236}">
                <a16:creationId xmlns:a16="http://schemas.microsoft.com/office/drawing/2014/main" id="{12E92140-0926-4B0D-A93B-3FBB3B911DD8}"/>
              </a:ext>
            </a:extLst>
          </p:cNvPr>
          <p:cNvSpPr>
            <a:spLocks xmlns:a="http://schemas.openxmlformats.org/drawingml/2006/main" noGrp="1"/>
          </p:cNvSpPr>
          <p:nvPr/>
        </p:nvSpPr>
        <p:spPr>
          <a:xfrm xmlns:a="http://schemas.openxmlformats.org/drawingml/2006/main">
            <a:off x="8267700" y="1838325"/>
            <a:ext cx="2000250" cy="0"/>
          </a:xfrm>
          <a:prstGeom xmlns:a="http://schemas.openxmlformats.org/drawingml/2006/main" prst="line">
            <a:avLst/>
          </a:prstGeom>
          <a:noFill xmlns:a="http://schemas.openxmlformats.org/drawingml/2006/main"/>
          <a:ln xmlns:a="http://schemas.openxmlformats.org/drawingml/2006/main" w="13335">
            <a:solidFill>
              <a:srgbClr val="D8E3DE"/>
            </a:solidFill>
            <a:prstDash val="solid"/>
          </a:ln>
        </p:spPr>
      </p:sp>
      <p:sp>
        <p:nvSpPr>
          <p:cNvPr id="12" name="">
            <a:extLst xmlns:a="http://schemas.openxmlformats.org/drawingml/2006/main">
              <a:ext uri="{FF2B5EF4-FFF2-40B4-BE49-F238E27FC236}">
                <a16:creationId xmlns:a16="http://schemas.microsoft.com/office/drawing/2014/main" id="{0B2C462A-91D8-4921-A7E0-105CF59C5562}"/>
              </a:ext>
            </a:extLst>
          </p:cNvPr>
          <p:cNvSpPr>
            <a:spLocks xmlns:a="http://schemas.openxmlformats.org/drawingml/2006/main" noGrp="1"/>
          </p:cNvSpPr>
          <p:nvPr/>
        </p:nvSpPr>
        <p:spPr>
          <a:xfrm xmlns:a="http://schemas.openxmlformats.org/drawingml/2006/main">
            <a:off x="10553700" y="1571625"/>
            <a:ext cx="1181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05" b="1">
                <a:solidFill>
                  <a:srgbClr val="64716B"/>
                </a:solidFill>
                <a:latin typeface="Noto Sans KR"/>
                <a:ea typeface="Noto Sans KR"/>
                <a:cs typeface="Noto Sans KR"/>
              </a:defRPr>
            </a:pPr>
            <a:r>
              <a:rPr sz="705" b="1">
                <a:solidFill>
                  <a:srgbClr val="64716B"/>
                </a:solidFill>
                <a:latin typeface="Noto Sans KR"/>
                <a:ea typeface="Noto Sans KR"/>
                <a:cs typeface="Noto Sans KR"/>
              </a:rPr>
              <a:t>05  비교</a:t>
            </a:r>
          </a:p>
        </p:txBody>
      </p:sp>
      <p:sp>
        <p:nvSpPr>
          <p:cNvPr id="13" name="">
            <a:extLst xmlns:a="http://schemas.openxmlformats.org/drawingml/2006/main">
              <a:ext uri="{FF2B5EF4-FFF2-40B4-BE49-F238E27FC236}">
                <a16:creationId xmlns:a16="http://schemas.microsoft.com/office/drawing/2014/main" id="{DF08AFD1-8534-427B-BAD1-9FD668C9B973}"/>
              </a:ext>
            </a:extLst>
          </p:cNvPr>
          <p:cNvSpPr>
            <a:spLocks xmlns:a="http://schemas.openxmlformats.org/drawingml/2006/main" noGrp="1"/>
          </p:cNvSpPr>
          <p:nvPr/>
        </p:nvSpPr>
        <p:spPr>
          <a:xfrm xmlns:a="http://schemas.openxmlformats.org/drawingml/2006/main">
            <a:off x="10553700" y="1838325"/>
            <a:ext cx="1181100" cy="0"/>
          </a:xfrm>
          <a:prstGeom xmlns:a="http://schemas.openxmlformats.org/drawingml/2006/main" prst="line">
            <a:avLst/>
          </a:prstGeom>
          <a:noFill xmlns:a="http://schemas.openxmlformats.org/drawingml/2006/main"/>
          <a:ln xmlns:a="http://schemas.openxmlformats.org/drawingml/2006/main" w="13335">
            <a:solidFill>
              <a:srgbClr val="D8E3DE"/>
            </a:solidFill>
            <a:prstDash val="solid"/>
          </a:ln>
        </p:spPr>
      </p:sp>
      <p:sp>
        <p:nvSpPr>
          <p:cNvPr id="14" name="">
            <a:extLst xmlns:a="http://schemas.openxmlformats.org/drawingml/2006/main">
              <a:ext uri="{FF2B5EF4-FFF2-40B4-BE49-F238E27FC236}">
                <a16:creationId xmlns:a16="http://schemas.microsoft.com/office/drawing/2014/main" id="{AFC1AB3C-D464-41C0-94F6-F43E6DFBAF18}"/>
              </a:ext>
            </a:extLst>
          </p:cNvPr>
          <p:cNvSpPr>
            <a:spLocks xmlns:a="http://schemas.openxmlformats.org/drawingml/2006/main" noGrp="1"/>
          </p:cNvSpPr>
          <p:nvPr/>
        </p:nvSpPr>
        <p:spPr>
          <a:xfrm xmlns:a="http://schemas.openxmlformats.org/drawingml/2006/main">
            <a:off x="457200" y="2600325"/>
            <a:ext cx="1447800" cy="1952625"/>
          </a:xfrm>
          <a:prstGeom xmlns:a="http://schemas.openxmlformats.org/drawingml/2006/main" prst="roundRect">
            <a:avLst>
              <a:gd name="adj" fmla="val 8553"/>
            </a:avLst>
          </a:prstGeom>
          <a:solidFill xmlns:a="http://schemas.openxmlformats.org/drawingml/2006/main">
            <a:srgbClr val="F7F9F8"/>
          </a:solidFill>
          <a:ln xmlns:a="http://schemas.openxmlformats.org/drawingml/2006/main" w="11430">
            <a:solidFill>
              <a:srgbClr val="D8E3DE"/>
            </a:solidFill>
            <a:prstDash val="solid"/>
          </a:ln>
        </p:spPr>
      </p:sp>
      <p:sp>
        <p:nvSpPr>
          <p:cNvPr id="15" name="">
            <a:extLst xmlns:a="http://schemas.openxmlformats.org/drawingml/2006/main">
              <a:ext uri="{FF2B5EF4-FFF2-40B4-BE49-F238E27FC236}">
                <a16:creationId xmlns:a16="http://schemas.microsoft.com/office/drawing/2014/main" id="{820BE554-CD5F-418B-B785-90610864BF13}"/>
              </a:ext>
            </a:extLst>
          </p:cNvPr>
          <p:cNvSpPr>
            <a:spLocks xmlns:a="http://schemas.openxmlformats.org/drawingml/2006/main" noGrp="1"/>
          </p:cNvSpPr>
          <p:nvPr/>
        </p:nvSpPr>
        <p:spPr>
          <a:xfrm xmlns:a="http://schemas.openxmlformats.org/drawingml/2006/main">
            <a:off x="542925" y="2714625"/>
            <a:ext cx="342900" cy="3429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86977891c5794b30">
            <a:extLst>
              <a:ext uri="{96DAC541-7B7A-43D3-8B79-37D633B846F1}">
                <asvg:svgBlip xmlns:asvg="http://schemas.microsoft.com/office/drawing/2016/SVG/main" r:embed="Rd0c184342a554321"/>
              </a:ext>
            </a:extLst>
          </a:blip>
          <a:stretch xmlns:a="http://schemas.openxmlformats.org/drawingml/2006/main"/>
        </p:blipFill>
        <p:spPr>
          <a:xfrm xmlns:a="http://schemas.openxmlformats.org/drawingml/2006/main">
            <a:off x="600075" y="2771775"/>
            <a:ext cx="228600" cy="2286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F00C624C-7ECF-4D83-AAF5-EB643F9E9906}"/>
              </a:ext>
            </a:extLst>
          </p:cNvPr>
          <p:cNvSpPr>
            <a:spLocks xmlns:a="http://schemas.openxmlformats.org/drawingml/2006/main" noGrp="1"/>
          </p:cNvSpPr>
          <p:nvPr/>
        </p:nvSpPr>
        <p:spPr>
          <a:xfrm xmlns:a="http://schemas.openxmlformats.org/drawingml/2006/main">
            <a:off x="952500" y="2705100"/>
            <a:ext cx="82867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FIXED EVAL SET</a:t>
            </a:r>
          </a:p>
        </p:txBody>
      </p:sp>
      <p:sp>
        <p:nvSpPr>
          <p:cNvPr id="18" name="">
            <a:extLst xmlns:a="http://schemas.openxmlformats.org/drawingml/2006/main">
              <a:ext uri="{FF2B5EF4-FFF2-40B4-BE49-F238E27FC236}">
                <a16:creationId xmlns:a16="http://schemas.microsoft.com/office/drawing/2014/main" id="{395CAC17-6C46-47A7-80E3-60E0EBF1E170}"/>
              </a:ext>
            </a:extLst>
          </p:cNvPr>
          <p:cNvSpPr>
            <a:spLocks xmlns:a="http://schemas.openxmlformats.org/drawingml/2006/main" noGrp="1"/>
          </p:cNvSpPr>
          <p:nvPr/>
        </p:nvSpPr>
        <p:spPr>
          <a:xfrm xmlns:a="http://schemas.openxmlformats.org/drawingml/2006/main">
            <a:off x="952500" y="2876550"/>
            <a:ext cx="828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같은 질문과</a:t>
            </a:r>
          </a:p>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기대 결과</a:t>
            </a:r>
          </a:p>
        </p:txBody>
      </p:sp>
      <p:sp>
        <p:nvSpPr>
          <p:cNvPr id="19" name="">
            <a:extLst xmlns:a="http://schemas.openxmlformats.org/drawingml/2006/main">
              <a:ext uri="{FF2B5EF4-FFF2-40B4-BE49-F238E27FC236}">
                <a16:creationId xmlns:a16="http://schemas.microsoft.com/office/drawing/2014/main" id="{DBFAF8CB-8440-4C9D-BDCA-3C5C7ED80D19}"/>
              </a:ext>
            </a:extLst>
          </p:cNvPr>
          <p:cNvSpPr>
            <a:spLocks xmlns:a="http://schemas.openxmlformats.org/drawingml/2006/main" noGrp="1"/>
          </p:cNvSpPr>
          <p:nvPr/>
        </p:nvSpPr>
        <p:spPr>
          <a:xfrm xmlns:a="http://schemas.openxmlformats.org/drawingml/2006/main">
            <a:off x="952500" y="3190875"/>
            <a:ext cx="8286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모델이 바뀌어도</a:t>
            </a:r>
          </a:p>
          <a:p xmlns:a="http://schemas.openxmlformats.org/drawingml/2006/main">
            <a:pPr algn="l">
              <a:defRPr sz="690" b="0">
                <a:solidFill>
                  <a:srgbClr val="64716B"/>
                </a:solidFill>
                <a:latin typeface="Noto Sans KR"/>
                <a:ea typeface="Noto Sans KR"/>
                <a:cs typeface="Noto Sans KR"/>
              </a:defRPr>
            </a:pPr>
            <a:r>
              <a:rPr sz="690" b="0">
                <a:solidFill>
                  <a:srgbClr val="64716B"/>
                </a:solidFill>
                <a:latin typeface="Noto Sans KR"/>
                <a:ea typeface="Noto Sans KR"/>
                <a:cs typeface="Noto Sans KR"/>
              </a:rPr>
              <a:t>동일한 기준으로 비교</a:t>
            </a:r>
          </a:p>
        </p:txBody>
      </p:sp>
      <p:sp>
        <p:nvSpPr>
          <p:cNvPr id="20" name="">
            <a:extLst xmlns:a="http://schemas.openxmlformats.org/drawingml/2006/main">
              <a:ext uri="{FF2B5EF4-FFF2-40B4-BE49-F238E27FC236}">
                <a16:creationId xmlns:a16="http://schemas.microsoft.com/office/drawing/2014/main" id="{50D3C1EE-76AB-4A6D-A491-B8C54762E289}"/>
              </a:ext>
            </a:extLst>
          </p:cNvPr>
          <p:cNvSpPr>
            <a:spLocks xmlns:a="http://schemas.openxmlformats.org/drawingml/2006/main" noGrp="1"/>
          </p:cNvSpPr>
          <p:nvPr/>
        </p:nvSpPr>
        <p:spPr>
          <a:xfrm xmlns:a="http://schemas.openxmlformats.org/drawingml/2006/main">
            <a:off x="571500" y="4171950"/>
            <a:ext cx="419100" cy="1714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7620">
            <a:solidFill>
              <a:srgbClr val="2E6F9F"/>
            </a:solidFill>
            <a:prstDash val="solid"/>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ctr">
              <a:defRPr sz="585" b="1">
                <a:solidFill>
                  <a:srgbClr val="2E6F9F"/>
                </a:solidFill>
                <a:latin typeface="Noto Sans KR"/>
                <a:ea typeface="Noto Sans KR"/>
                <a:cs typeface="Noto Sans KR"/>
              </a:defRPr>
            </a:pPr>
            <a:r>
              <a:rPr sz="585" b="1">
                <a:solidFill>
                  <a:srgbClr val="2E6F9F"/>
                </a:solidFill>
                <a:latin typeface="Noto Sans KR"/>
                <a:ea typeface="Noto Sans KR"/>
                <a:cs typeface="Noto Sans KR"/>
              </a:rPr>
              <a:t>리뷰 분석</a:t>
            </a:r>
          </a:p>
        </p:txBody>
      </p:sp>
      <p:sp>
        <p:nvSpPr>
          <p:cNvPr id="21" name="">
            <a:extLst xmlns:a="http://schemas.openxmlformats.org/drawingml/2006/main">
              <a:ext uri="{FF2B5EF4-FFF2-40B4-BE49-F238E27FC236}">
                <a16:creationId xmlns:a16="http://schemas.microsoft.com/office/drawing/2014/main" id="{111E55B1-B9DC-4D2E-BCA5-BDA8D2459E2E}"/>
              </a:ext>
            </a:extLst>
          </p:cNvPr>
          <p:cNvSpPr>
            <a:spLocks xmlns:a="http://schemas.openxmlformats.org/drawingml/2006/main" noGrp="1"/>
          </p:cNvSpPr>
          <p:nvPr/>
        </p:nvSpPr>
        <p:spPr>
          <a:xfrm xmlns:a="http://schemas.openxmlformats.org/drawingml/2006/main">
            <a:off x="1028700" y="4171950"/>
            <a:ext cx="495300" cy="1714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7620">
            <a:solidFill>
              <a:srgbClr val="27664F"/>
            </a:solidFill>
            <a:prstDash val="solid"/>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ctr">
              <a:defRPr sz="585" b="1">
                <a:solidFill>
                  <a:srgbClr val="27664F"/>
                </a:solidFill>
                <a:latin typeface="Noto Sans KR"/>
                <a:ea typeface="Noto Sans KR"/>
                <a:cs typeface="Noto Sans KR"/>
              </a:defRPr>
            </a:pPr>
            <a:r>
              <a:rPr sz="585" b="1">
                <a:solidFill>
                  <a:srgbClr val="27664F"/>
                </a:solidFill>
                <a:latin typeface="Noto Sans KR"/>
                <a:ea typeface="Noto Sans KR"/>
                <a:cs typeface="Noto Sans KR"/>
              </a:rPr>
              <a:t>정책 RAG</a:t>
            </a:r>
          </a:p>
        </p:txBody>
      </p:sp>
      <p:sp>
        <p:nvSpPr>
          <p:cNvPr id="22" name="">
            <a:extLst xmlns:a="http://schemas.openxmlformats.org/drawingml/2006/main">
              <a:ext uri="{FF2B5EF4-FFF2-40B4-BE49-F238E27FC236}">
                <a16:creationId xmlns:a16="http://schemas.microsoft.com/office/drawing/2014/main" id="{741073ED-9FB0-40A5-93DA-2F0FE273F5BE}"/>
              </a:ext>
            </a:extLst>
          </p:cNvPr>
          <p:cNvSpPr>
            <a:spLocks xmlns:a="http://schemas.openxmlformats.org/drawingml/2006/main" noGrp="1"/>
          </p:cNvSpPr>
          <p:nvPr/>
        </p:nvSpPr>
        <p:spPr>
          <a:xfrm xmlns:a="http://schemas.openxmlformats.org/drawingml/2006/main">
            <a:off x="1562100" y="4171950"/>
            <a:ext cx="285750" cy="1714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7620">
            <a:solidFill>
              <a:srgbClr val="A56216"/>
            </a:solidFill>
            <a:prstDash val="solid"/>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ctr">
              <a:defRPr sz="585" b="1">
                <a:solidFill>
                  <a:srgbClr val="A56216"/>
                </a:solidFill>
                <a:latin typeface="Noto Sans KR"/>
                <a:ea typeface="Noto Sans KR"/>
                <a:cs typeface="Noto Sans KR"/>
              </a:defRPr>
            </a:pPr>
            <a:r>
              <a:rPr sz="585" b="1">
                <a:solidFill>
                  <a:srgbClr val="A56216"/>
                </a:solidFill>
                <a:latin typeface="Noto Sans KR"/>
                <a:ea typeface="Noto Sans KR"/>
                <a:cs typeface="Noto Sans KR"/>
              </a:rPr>
              <a:t>안전</a:t>
            </a:r>
          </a:p>
        </p:txBody>
      </p:sp>
      <p:sp>
        <p:nvSpPr>
          <p:cNvPr id="23" name="">
            <a:extLst xmlns:a="http://schemas.openxmlformats.org/drawingml/2006/main">
              <a:ext uri="{FF2B5EF4-FFF2-40B4-BE49-F238E27FC236}">
                <a16:creationId xmlns:a16="http://schemas.microsoft.com/office/drawing/2014/main" id="{9422EFA6-8D7B-4DDF-9885-C86C4B70D76B}"/>
              </a:ext>
            </a:extLst>
          </p:cNvPr>
          <p:cNvSpPr>
            <a:spLocks xmlns:a="http://schemas.openxmlformats.org/drawingml/2006/main" noGrp="1"/>
          </p:cNvSpPr>
          <p:nvPr/>
        </p:nvSpPr>
        <p:spPr>
          <a:xfrm xmlns:a="http://schemas.openxmlformats.org/drawingml/2006/main">
            <a:off x="2171700" y="2381250"/>
            <a:ext cx="4000500" cy="0"/>
          </a:xfrm>
          <a:prstGeom xmlns:a="http://schemas.openxmlformats.org/drawingml/2006/main" prst="line">
            <a:avLst/>
          </a:prstGeom>
          <a:noFill xmlns:a="http://schemas.openxmlformats.org/drawingml/2006/main"/>
          <a:ln xmlns:a="http://schemas.openxmlformats.org/drawingml/2006/main" w="9525">
            <a:solidFill>
              <a:srgbClr val="D8E3DE"/>
            </a:solidFill>
            <a:prstDash val="solid"/>
          </a:ln>
        </p:spPr>
      </p:sp>
      <p:sp>
        <p:nvSpPr>
          <p:cNvPr id="24" name="">
            <a:extLst xmlns:a="http://schemas.openxmlformats.org/drawingml/2006/main">
              <a:ext uri="{FF2B5EF4-FFF2-40B4-BE49-F238E27FC236}">
                <a16:creationId xmlns:a16="http://schemas.microsoft.com/office/drawing/2014/main" id="{EB62608A-EB28-4895-9D5A-093010E526BE}"/>
              </a:ext>
            </a:extLst>
          </p:cNvPr>
          <p:cNvSpPr>
            <a:spLocks xmlns:a="http://schemas.openxmlformats.org/drawingml/2006/main" noGrp="1"/>
          </p:cNvSpPr>
          <p:nvPr/>
        </p:nvSpPr>
        <p:spPr>
          <a:xfrm xmlns:a="http://schemas.openxmlformats.org/drawingml/2006/main">
            <a:off x="2171700" y="4714875"/>
            <a:ext cx="4000500" cy="0"/>
          </a:xfrm>
          <a:prstGeom xmlns:a="http://schemas.openxmlformats.org/drawingml/2006/main" prst="line">
            <a:avLst/>
          </a:prstGeom>
          <a:noFill xmlns:a="http://schemas.openxmlformats.org/drawingml/2006/main"/>
          <a:ln xmlns:a="http://schemas.openxmlformats.org/drawingml/2006/main" w="9525">
            <a:solidFill>
              <a:srgbClr val="D8E3DE"/>
            </a:solidFill>
            <a:prstDash val="solid"/>
          </a:ln>
        </p:spPr>
      </p:sp>
      <p:sp>
        <p:nvSpPr>
          <p:cNvPr id="25" name="">
            <a:extLst xmlns:a="http://schemas.openxmlformats.org/drawingml/2006/main">
              <a:ext uri="{FF2B5EF4-FFF2-40B4-BE49-F238E27FC236}">
                <a16:creationId xmlns:a16="http://schemas.microsoft.com/office/drawing/2014/main" id="{7EF1ECC3-B829-4C77-B93B-06CD125F7096}"/>
              </a:ext>
            </a:extLst>
          </p:cNvPr>
          <p:cNvSpPr>
            <a:spLocks xmlns:a="http://schemas.openxmlformats.org/drawingml/2006/main" noGrp="1"/>
          </p:cNvSpPr>
          <p:nvPr/>
        </p:nvSpPr>
        <p:spPr>
          <a:xfrm xmlns:a="http://schemas.openxmlformats.org/drawingml/2006/main">
            <a:off x="2171700" y="2857500"/>
            <a:ext cx="1200150" cy="1476375"/>
          </a:xfrm>
          <a:prstGeom xmlns:a="http://schemas.openxmlformats.org/drawingml/2006/main" prst="roundRect">
            <a:avLst>
              <a:gd name="adj" fmla="val 10317"/>
            </a:avLst>
          </a:prstGeom>
          <a:solidFill xmlns:a="http://schemas.openxmlformats.org/drawingml/2006/main">
            <a:srgbClr val="EDF6FC"/>
          </a:solidFill>
          <a:ln xmlns:a="http://schemas.openxmlformats.org/drawingml/2006/main" w="11430">
            <a:solidFill>
              <a:srgbClr val="2E6F9F"/>
            </a:solidFill>
            <a:prstDash val="solid"/>
          </a:ln>
        </p:spPr>
      </p:sp>
      <p:sp>
        <p:nvSpPr>
          <p:cNvPr id="26" name="">
            <a:extLst xmlns:a="http://schemas.openxmlformats.org/drawingml/2006/main">
              <a:ext uri="{FF2B5EF4-FFF2-40B4-BE49-F238E27FC236}">
                <a16:creationId xmlns:a16="http://schemas.microsoft.com/office/drawing/2014/main" id="{8D91F633-E43D-45D6-AF77-DBE7BA696398}"/>
              </a:ext>
            </a:extLst>
          </p:cNvPr>
          <p:cNvSpPr>
            <a:spLocks xmlns:a="http://schemas.openxmlformats.org/drawingml/2006/main" noGrp="1"/>
          </p:cNvSpPr>
          <p:nvPr/>
        </p:nvSpPr>
        <p:spPr>
          <a:xfrm xmlns:a="http://schemas.openxmlformats.org/drawingml/2006/main">
            <a:off x="2295525" y="2962275"/>
            <a:ext cx="6858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STEP 1</a:t>
            </a:r>
          </a:p>
        </p:txBody>
      </p:sp>
      <p:sp>
        <p:nvSpPr>
          <p:cNvPr id="27" name="">
            <a:extLst xmlns:a="http://schemas.openxmlformats.org/drawingml/2006/main">
              <a:ext uri="{FF2B5EF4-FFF2-40B4-BE49-F238E27FC236}">
                <a16:creationId xmlns:a16="http://schemas.microsoft.com/office/drawing/2014/main" id="{413BB5E6-8597-4351-8A21-2C1FFF31CF59}"/>
              </a:ext>
            </a:extLst>
          </p:cNvPr>
          <p:cNvSpPr>
            <a:spLocks xmlns:a="http://schemas.openxmlformats.org/drawingml/2006/main" noGrp="1"/>
          </p:cNvSpPr>
          <p:nvPr/>
        </p:nvSpPr>
        <p:spPr>
          <a:xfrm xmlns:a="http://schemas.openxmlformats.org/drawingml/2006/main">
            <a:off x="2990850" y="2905125"/>
            <a:ext cx="295275" cy="295275"/>
          </a:xfrm>
          <a:prstGeom xmlns:a="http://schemas.openxmlformats.org/drawingml/2006/main" prst="roundRect">
            <a:avLst>
              <a:gd name="adj" fmla="val 29032"/>
            </a:avLst>
          </a:prstGeom>
          <a:solidFill xmlns:a="http://schemas.openxmlformats.org/drawingml/2006/main">
            <a:srgbClr val="FFFFFF"/>
          </a:solidFill>
          <a:ln xmlns:a="http://schemas.openxmlformats.org/drawingml/2006/main" w="0">
            <a:noFill/>
          </a:ln>
        </p:spPr>
      </p:sp>
      <p:pic>
        <p:nvPicPr>
          <p:cNvPr id="137" name=""/>
          <p:cNvPicPr>
            <a:picLocks xmlns:a="http://schemas.openxmlformats.org/drawingml/2006/main" noChangeAspect="1"/>
          </p:cNvPicPr>
          <p:nvPr/>
        </p:nvPicPr>
        <p:blipFill>
          <a:blip xmlns:r="http://schemas.openxmlformats.org/officeDocument/2006/relationships" xmlns:a="http://schemas.openxmlformats.org/drawingml/2006/main" r:embed="R5143f056e93746f4">
            <a:extLst>
              <a:ext uri="{96DAC541-7B7A-43D3-8B79-37D633B846F1}">
                <asvg:svgBlip xmlns:asvg="http://schemas.microsoft.com/office/drawing/2016/SVG/main" r:embed="R1d83e8297c194936"/>
              </a:ext>
            </a:extLst>
          </a:blip>
          <a:stretch xmlns:a="http://schemas.openxmlformats.org/drawingml/2006/main"/>
        </p:blipFill>
        <p:spPr>
          <a:xfrm xmlns:a="http://schemas.openxmlformats.org/drawingml/2006/main">
            <a:off x="3048000" y="2962275"/>
            <a:ext cx="180975" cy="180975"/>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1F92A3AB-7E4F-48D6-92DA-B3D330B27413}"/>
              </a:ext>
            </a:extLst>
          </p:cNvPr>
          <p:cNvSpPr>
            <a:spLocks xmlns:a="http://schemas.openxmlformats.org/drawingml/2006/main" noGrp="1"/>
          </p:cNvSpPr>
          <p:nvPr/>
        </p:nvSpPr>
        <p:spPr>
          <a:xfrm xmlns:a="http://schemas.openxmlformats.org/drawingml/2006/main">
            <a:off x="2295525" y="32480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0" b="1">
                <a:solidFill>
                  <a:srgbClr val="17231F"/>
                </a:solidFill>
                <a:latin typeface="Noto Sans KR"/>
                <a:ea typeface="Noto Sans KR"/>
                <a:cs typeface="Noto Sans KR"/>
              </a:defRPr>
            </a:pPr>
            <a:r>
              <a:rPr sz="930" b="1">
                <a:solidFill>
                  <a:srgbClr val="17231F"/>
                </a:solidFill>
                <a:latin typeface="Noto Sans KR"/>
                <a:ea typeface="Noto Sans KR"/>
                <a:cs typeface="Noto Sans KR"/>
              </a:rPr>
              <a:t>Sol 검증</a:t>
            </a:r>
          </a:p>
        </p:txBody>
      </p:sp>
      <p:sp>
        <p:nvSpPr>
          <p:cNvPr id="30" name="">
            <a:extLst xmlns:a="http://schemas.openxmlformats.org/drawingml/2006/main">
              <a:ext uri="{FF2B5EF4-FFF2-40B4-BE49-F238E27FC236}">
                <a16:creationId xmlns:a16="http://schemas.microsoft.com/office/drawing/2014/main" id="{470D7CEC-9886-4A8D-8B5A-FB63AC6A4D2F}"/>
              </a:ext>
            </a:extLst>
          </p:cNvPr>
          <p:cNvSpPr>
            <a:spLocks xmlns:a="http://schemas.openxmlformats.org/drawingml/2006/main" noGrp="1"/>
          </p:cNvSpPr>
          <p:nvPr/>
        </p:nvSpPr>
        <p:spPr>
          <a:xfrm xmlns:a="http://schemas.openxmlformats.org/drawingml/2006/main">
            <a:off x="2295525" y="3552825"/>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82" b="0">
                <a:solidFill>
                  <a:srgbClr val="64716B"/>
                </a:solidFill>
                <a:latin typeface="Noto Sans KR"/>
                <a:ea typeface="Noto Sans KR"/>
                <a:cs typeface="Noto Sans KR"/>
              </a:defRPr>
            </a:pPr>
            <a:r>
              <a:rPr sz="682" b="0">
                <a:solidFill>
                  <a:srgbClr val="64716B"/>
                </a:solidFill>
                <a:latin typeface="Noto Sans KR"/>
                <a:ea typeface="Noto Sans KR"/>
                <a:cs typeface="Noto Sans KR"/>
              </a:rPr>
              <a:t>설계 타당성</a:t>
            </a:r>
          </a:p>
          <a:p xmlns:a="http://schemas.openxmlformats.org/drawingml/2006/main">
            <a:pPr algn="l">
              <a:defRPr sz="682" b="0">
                <a:solidFill>
                  <a:srgbClr val="64716B"/>
                </a:solidFill>
                <a:latin typeface="Noto Sans KR"/>
                <a:ea typeface="Noto Sans KR"/>
                <a:cs typeface="Noto Sans KR"/>
              </a:defRPr>
            </a:pPr>
            <a:r>
              <a:rPr sz="682" b="0">
                <a:solidFill>
                  <a:srgbClr val="64716B"/>
                </a:solidFill>
                <a:latin typeface="Noto Sans KR"/>
                <a:ea typeface="Noto Sans KR"/>
                <a:cs typeface="Noto Sans KR"/>
              </a:rPr>
              <a:t>품질 상한 확인</a:t>
            </a:r>
          </a:p>
        </p:txBody>
      </p:sp>
      <p:sp>
        <p:nvSpPr>
          <p:cNvPr id="31" name="">
            <a:extLst xmlns:a="http://schemas.openxmlformats.org/drawingml/2006/main">
              <a:ext uri="{FF2B5EF4-FFF2-40B4-BE49-F238E27FC236}">
                <a16:creationId xmlns:a16="http://schemas.microsoft.com/office/drawing/2014/main" id="{9EBAC5C6-A9BB-4A5B-B85E-8A26807D9E0B}"/>
              </a:ext>
            </a:extLst>
          </p:cNvPr>
          <p:cNvSpPr>
            <a:spLocks xmlns:a="http://schemas.openxmlformats.org/drawingml/2006/main" noGrp="1"/>
          </p:cNvSpPr>
          <p:nvPr/>
        </p:nvSpPr>
        <p:spPr>
          <a:xfrm xmlns:a="http://schemas.openxmlformats.org/drawingml/2006/main">
            <a:off x="2295525" y="4010025"/>
            <a:ext cx="952500" cy="1714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7620">
            <a:solidFill>
              <a:srgbClr val="2E6F9F"/>
            </a:solidFill>
            <a:prstDash val="solid"/>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ctr">
              <a:defRPr sz="585" b="1">
                <a:solidFill>
                  <a:srgbClr val="2E6F9F"/>
                </a:solidFill>
                <a:latin typeface="Noto Sans KR"/>
                <a:ea typeface="Noto Sans KR"/>
                <a:cs typeface="Noto Sans KR"/>
              </a:defRPr>
            </a:pPr>
            <a:r>
              <a:rPr sz="585" b="1">
                <a:solidFill>
                  <a:srgbClr val="2E6F9F"/>
                </a:solidFill>
                <a:latin typeface="Noto Sans KR"/>
                <a:ea typeface="Noto Sans KR"/>
                <a:cs typeface="Noto Sans KR"/>
              </a:rPr>
              <a:t>초기 Reference</a:t>
            </a:r>
          </a:p>
        </p:txBody>
      </p:sp>
      <p:sp>
        <p:nvSpPr>
          <p:cNvPr id="32" name="">
            <a:extLst xmlns:a="http://schemas.openxmlformats.org/drawingml/2006/main">
              <a:ext uri="{FF2B5EF4-FFF2-40B4-BE49-F238E27FC236}">
                <a16:creationId xmlns:a16="http://schemas.microsoft.com/office/drawing/2014/main" id="{7EAAE1F7-86F5-410E-9708-8FB9914E8539}"/>
              </a:ext>
            </a:extLst>
          </p:cNvPr>
          <p:cNvSpPr>
            <a:spLocks xmlns:a="http://schemas.openxmlformats.org/drawingml/2006/main" noGrp="1"/>
          </p:cNvSpPr>
          <p:nvPr/>
        </p:nvSpPr>
        <p:spPr>
          <a:xfrm xmlns:a="http://schemas.openxmlformats.org/drawingml/2006/main">
            <a:off x="3571875" y="2857500"/>
            <a:ext cx="1200150" cy="1476375"/>
          </a:xfrm>
          <a:prstGeom xmlns:a="http://schemas.openxmlformats.org/drawingml/2006/main" prst="roundRect">
            <a:avLst>
              <a:gd name="adj" fmla="val 10317"/>
            </a:avLst>
          </a:prstGeom>
          <a:solidFill xmlns:a="http://schemas.openxmlformats.org/drawingml/2006/main">
            <a:srgbClr val="EDF7F2"/>
          </a:solidFill>
          <a:ln xmlns:a="http://schemas.openxmlformats.org/drawingml/2006/main" w="22860">
            <a:solidFill>
              <a:srgbClr val="27664F"/>
            </a:solidFill>
            <a:prstDash val="solid"/>
          </a:ln>
        </p:spPr>
      </p:sp>
      <p:sp>
        <p:nvSpPr>
          <p:cNvPr id="33" name="">
            <a:extLst xmlns:a="http://schemas.openxmlformats.org/drawingml/2006/main">
              <a:ext uri="{FF2B5EF4-FFF2-40B4-BE49-F238E27FC236}">
                <a16:creationId xmlns:a16="http://schemas.microsoft.com/office/drawing/2014/main" id="{B266FA7C-775C-4DED-9FF7-7C896B825525}"/>
              </a:ext>
            </a:extLst>
          </p:cNvPr>
          <p:cNvSpPr>
            <a:spLocks xmlns:a="http://schemas.openxmlformats.org/drawingml/2006/main" noGrp="1"/>
          </p:cNvSpPr>
          <p:nvPr/>
        </p:nvSpPr>
        <p:spPr>
          <a:xfrm xmlns:a="http://schemas.openxmlformats.org/drawingml/2006/main">
            <a:off x="3695700" y="2962275"/>
            <a:ext cx="6858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STEP 2</a:t>
            </a:r>
          </a:p>
        </p:txBody>
      </p:sp>
      <p:sp>
        <p:nvSpPr>
          <p:cNvPr id="34" name="">
            <a:extLst xmlns:a="http://schemas.openxmlformats.org/drawingml/2006/main">
              <a:ext uri="{FF2B5EF4-FFF2-40B4-BE49-F238E27FC236}">
                <a16:creationId xmlns:a16="http://schemas.microsoft.com/office/drawing/2014/main" id="{F820688B-1023-4CE6-B5C3-5C18768AEDDF}"/>
              </a:ext>
            </a:extLst>
          </p:cNvPr>
          <p:cNvSpPr>
            <a:spLocks xmlns:a="http://schemas.openxmlformats.org/drawingml/2006/main" noGrp="1"/>
          </p:cNvSpPr>
          <p:nvPr/>
        </p:nvSpPr>
        <p:spPr>
          <a:xfrm xmlns:a="http://schemas.openxmlformats.org/drawingml/2006/main">
            <a:off x="4391025" y="2905125"/>
            <a:ext cx="295275" cy="295275"/>
          </a:xfrm>
          <a:prstGeom xmlns:a="http://schemas.openxmlformats.org/drawingml/2006/main" prst="roundRect">
            <a:avLst>
              <a:gd name="adj" fmla="val 29032"/>
            </a:avLst>
          </a:prstGeom>
          <a:solidFill xmlns:a="http://schemas.openxmlformats.org/drawingml/2006/main">
            <a:srgbClr val="FFFFFF"/>
          </a:solidFill>
          <a:ln xmlns:a="http://schemas.openxmlformats.org/drawingml/2006/main" w="0">
            <a:noFill/>
          </a:ln>
        </p:spPr>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8e35c6c206a44f08">
            <a:extLst>
              <a:ext uri="{96DAC541-7B7A-43D3-8B79-37D633B846F1}">
                <asvg:svgBlip xmlns:asvg="http://schemas.microsoft.com/office/drawing/2016/SVG/main" r:embed="R87e70fe1f2774e92"/>
              </a:ext>
            </a:extLst>
          </a:blip>
          <a:stretch xmlns:a="http://schemas.openxmlformats.org/drawingml/2006/main"/>
        </p:blipFill>
        <p:spPr>
          <a:xfrm xmlns:a="http://schemas.openxmlformats.org/drawingml/2006/main">
            <a:off x="4448175" y="2962275"/>
            <a:ext cx="180975" cy="180975"/>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A802D7EE-7B80-4B64-BA20-4F8CE3264B05}"/>
              </a:ext>
            </a:extLst>
          </p:cNvPr>
          <p:cNvSpPr>
            <a:spLocks xmlns:a="http://schemas.openxmlformats.org/drawingml/2006/main" noGrp="1"/>
          </p:cNvSpPr>
          <p:nvPr/>
        </p:nvSpPr>
        <p:spPr>
          <a:xfrm xmlns:a="http://schemas.openxmlformats.org/drawingml/2006/main">
            <a:off x="3695700" y="32480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0" b="1">
                <a:solidFill>
                  <a:srgbClr val="17231F"/>
                </a:solidFill>
                <a:latin typeface="Noto Sans KR"/>
                <a:ea typeface="Noto Sans KR"/>
                <a:cs typeface="Noto Sans KR"/>
              </a:defRPr>
            </a:pPr>
            <a:r>
              <a:rPr sz="930" b="1">
                <a:solidFill>
                  <a:srgbClr val="17231F"/>
                </a:solidFill>
                <a:latin typeface="Noto Sans KR"/>
                <a:ea typeface="Noto Sans KR"/>
                <a:cs typeface="Noto Sans KR"/>
              </a:rPr>
              <a:t>Luna·Terra</a:t>
            </a:r>
          </a:p>
        </p:txBody>
      </p:sp>
      <p:sp>
        <p:nvSpPr>
          <p:cNvPr id="37" name="">
            <a:extLst xmlns:a="http://schemas.openxmlformats.org/drawingml/2006/main">
              <a:ext uri="{FF2B5EF4-FFF2-40B4-BE49-F238E27FC236}">
                <a16:creationId xmlns:a16="http://schemas.microsoft.com/office/drawing/2014/main" id="{363A64EC-E201-4230-B139-148B9A3EE6D6}"/>
              </a:ext>
            </a:extLst>
          </p:cNvPr>
          <p:cNvSpPr>
            <a:spLocks xmlns:a="http://schemas.openxmlformats.org/drawingml/2006/main" noGrp="1"/>
          </p:cNvSpPr>
          <p:nvPr/>
        </p:nvSpPr>
        <p:spPr>
          <a:xfrm xmlns:a="http://schemas.openxmlformats.org/drawingml/2006/main">
            <a:off x="3695700" y="3552825"/>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82" b="0">
                <a:solidFill>
                  <a:srgbClr val="64716B"/>
                </a:solidFill>
                <a:latin typeface="Noto Sans KR"/>
                <a:ea typeface="Noto Sans KR"/>
                <a:cs typeface="Noto Sans KR"/>
              </a:defRPr>
            </a:pPr>
            <a:r>
              <a:rPr sz="682" b="0">
                <a:solidFill>
                  <a:srgbClr val="64716B"/>
                </a:solidFill>
                <a:latin typeface="Noto Sans KR"/>
                <a:ea typeface="Noto Sans KR"/>
                <a:cs typeface="Noto Sans KR"/>
              </a:rPr>
              <a:t>Luna: 추출·근거</a:t>
            </a:r>
          </a:p>
          <a:p xmlns:a="http://schemas.openxmlformats.org/drawingml/2006/main">
            <a:pPr algn="l">
              <a:defRPr sz="682" b="0">
                <a:solidFill>
                  <a:srgbClr val="64716B"/>
                </a:solidFill>
                <a:latin typeface="Noto Sans KR"/>
                <a:ea typeface="Noto Sans KR"/>
                <a:cs typeface="Noto Sans KR"/>
              </a:defRPr>
            </a:pPr>
            <a:r>
              <a:rPr sz="682" b="0">
                <a:solidFill>
                  <a:srgbClr val="64716B"/>
                </a:solidFill>
                <a:latin typeface="Noto Sans KR"/>
                <a:ea typeface="Noto Sans KR"/>
                <a:cs typeface="Noto Sans KR"/>
              </a:rPr>
              <a:t>Terra: 최종 Agent</a:t>
            </a:r>
          </a:p>
        </p:txBody>
      </p:sp>
      <p:sp>
        <p:nvSpPr>
          <p:cNvPr id="38" name="">
            <a:extLst xmlns:a="http://schemas.openxmlformats.org/drawingml/2006/main">
              <a:ext uri="{FF2B5EF4-FFF2-40B4-BE49-F238E27FC236}">
                <a16:creationId xmlns:a16="http://schemas.microsoft.com/office/drawing/2014/main" id="{D9EE1B44-7480-42A0-B4F5-C2375A031AFD}"/>
              </a:ext>
            </a:extLst>
          </p:cNvPr>
          <p:cNvSpPr>
            <a:spLocks xmlns:a="http://schemas.openxmlformats.org/drawingml/2006/main" noGrp="1"/>
          </p:cNvSpPr>
          <p:nvPr/>
        </p:nvSpPr>
        <p:spPr>
          <a:xfrm xmlns:a="http://schemas.openxmlformats.org/drawingml/2006/main">
            <a:off x="3695700" y="4010025"/>
            <a:ext cx="952500" cy="1714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7620">
            <a:solidFill>
              <a:srgbClr val="27664F"/>
            </a:solidFill>
            <a:prstDash val="solid"/>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ctr">
              <a:defRPr sz="585" b="1">
                <a:solidFill>
                  <a:srgbClr val="27664F"/>
                </a:solidFill>
                <a:latin typeface="Noto Sans KR"/>
                <a:ea typeface="Noto Sans KR"/>
                <a:cs typeface="Noto Sans KR"/>
              </a:defRPr>
            </a:pPr>
            <a:r>
              <a:rPr sz="585" b="1">
                <a:solidFill>
                  <a:srgbClr val="27664F"/>
                </a:solidFill>
                <a:latin typeface="Noto Sans KR"/>
                <a:ea typeface="Noto Sans KR"/>
                <a:cs typeface="Noto Sans KR"/>
              </a:rPr>
              <a:t>API 운영 기준</a:t>
            </a:r>
          </a:p>
        </p:txBody>
      </p:sp>
      <p:sp>
        <p:nvSpPr>
          <p:cNvPr id="39" name="">
            <a:extLst xmlns:a="http://schemas.openxmlformats.org/drawingml/2006/main">
              <a:ext uri="{FF2B5EF4-FFF2-40B4-BE49-F238E27FC236}">
                <a16:creationId xmlns:a16="http://schemas.microsoft.com/office/drawing/2014/main" id="{4D15ECCF-F18F-402A-B25F-5FB02E4757DD}"/>
              </a:ext>
            </a:extLst>
          </p:cNvPr>
          <p:cNvSpPr>
            <a:spLocks xmlns:a="http://schemas.openxmlformats.org/drawingml/2006/main" noGrp="1"/>
          </p:cNvSpPr>
          <p:nvPr/>
        </p:nvSpPr>
        <p:spPr>
          <a:xfrm xmlns:a="http://schemas.openxmlformats.org/drawingml/2006/main">
            <a:off x="4972050" y="2857500"/>
            <a:ext cx="1200150" cy="1476375"/>
          </a:xfrm>
          <a:prstGeom xmlns:a="http://schemas.openxmlformats.org/drawingml/2006/main" prst="roundRect">
            <a:avLst>
              <a:gd name="adj" fmla="val 10317"/>
            </a:avLst>
          </a:prstGeom>
          <a:solidFill xmlns:a="http://schemas.openxmlformats.org/drawingml/2006/main">
            <a:srgbClr val="F1ECFB"/>
          </a:solidFill>
          <a:ln xmlns:a="http://schemas.openxmlformats.org/drawingml/2006/main" w="11430">
            <a:solidFill>
              <a:srgbClr val="6B4BB2"/>
            </a:solidFill>
            <a:prstDash val="dash"/>
          </a:ln>
        </p:spPr>
      </p:sp>
      <p:sp>
        <p:nvSpPr>
          <p:cNvPr id="40" name="">
            <a:extLst xmlns:a="http://schemas.openxmlformats.org/drawingml/2006/main">
              <a:ext uri="{FF2B5EF4-FFF2-40B4-BE49-F238E27FC236}">
                <a16:creationId xmlns:a16="http://schemas.microsoft.com/office/drawing/2014/main" id="{AE6C03B1-3CCF-4D9A-9319-F7A17FF7EB5B}"/>
              </a:ext>
            </a:extLst>
          </p:cNvPr>
          <p:cNvSpPr>
            <a:spLocks xmlns:a="http://schemas.openxmlformats.org/drawingml/2006/main" noGrp="1"/>
          </p:cNvSpPr>
          <p:nvPr/>
        </p:nvSpPr>
        <p:spPr>
          <a:xfrm xmlns:a="http://schemas.openxmlformats.org/drawingml/2006/main">
            <a:off x="5095875" y="2962275"/>
            <a:ext cx="6858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STEP 3</a:t>
            </a:r>
          </a:p>
        </p:txBody>
      </p:sp>
      <p:sp>
        <p:nvSpPr>
          <p:cNvPr id="41" name="">
            <a:extLst xmlns:a="http://schemas.openxmlformats.org/drawingml/2006/main">
              <a:ext uri="{FF2B5EF4-FFF2-40B4-BE49-F238E27FC236}">
                <a16:creationId xmlns:a16="http://schemas.microsoft.com/office/drawing/2014/main" id="{7BB79CDC-6679-4959-A5AE-8382F6D96DFE}"/>
              </a:ext>
            </a:extLst>
          </p:cNvPr>
          <p:cNvSpPr>
            <a:spLocks xmlns:a="http://schemas.openxmlformats.org/drawingml/2006/main" noGrp="1"/>
          </p:cNvSpPr>
          <p:nvPr/>
        </p:nvSpPr>
        <p:spPr>
          <a:xfrm xmlns:a="http://schemas.openxmlformats.org/drawingml/2006/main">
            <a:off x="5791200" y="2905125"/>
            <a:ext cx="295275" cy="295275"/>
          </a:xfrm>
          <a:prstGeom xmlns:a="http://schemas.openxmlformats.org/drawingml/2006/main" prst="roundRect">
            <a:avLst>
              <a:gd name="adj" fmla="val 29032"/>
            </a:avLst>
          </a:prstGeom>
          <a:solidFill xmlns:a="http://schemas.openxmlformats.org/drawingml/2006/main">
            <a:srgbClr val="FFFFFF"/>
          </a:solidFill>
          <a:ln xmlns:a="http://schemas.openxmlformats.org/drawingml/2006/main" w="0">
            <a:noFill/>
          </a:ln>
        </p:spPr>
      </p:sp>
      <p:pic>
        <p:nvPicPr>
          <p:cNvPr id="151" name=""/>
          <p:cNvPicPr>
            <a:picLocks xmlns:a="http://schemas.openxmlformats.org/drawingml/2006/main" noChangeAspect="1"/>
          </p:cNvPicPr>
          <p:nvPr/>
        </p:nvPicPr>
        <p:blipFill>
          <a:blip xmlns:r="http://schemas.openxmlformats.org/officeDocument/2006/relationships" xmlns:a="http://schemas.openxmlformats.org/drawingml/2006/main" r:embed="R893b573a45e54af7">
            <a:extLst>
              <a:ext uri="{96DAC541-7B7A-43D3-8B79-37D633B846F1}">
                <asvg:svgBlip xmlns:asvg="http://schemas.microsoft.com/office/drawing/2016/SVG/main" r:embed="Rc190cc4d5cf54239"/>
              </a:ext>
            </a:extLst>
          </a:blip>
          <a:stretch xmlns:a="http://schemas.openxmlformats.org/drawingml/2006/main"/>
        </p:blipFill>
        <p:spPr>
          <a:xfrm xmlns:a="http://schemas.openxmlformats.org/drawingml/2006/main">
            <a:off x="5848350" y="2962275"/>
            <a:ext cx="180975" cy="180975"/>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E68CF86D-C0FA-4C8A-9D5C-0D50CD62D51A}"/>
              </a:ext>
            </a:extLst>
          </p:cNvPr>
          <p:cNvSpPr>
            <a:spLocks xmlns:a="http://schemas.openxmlformats.org/drawingml/2006/main" noGrp="1"/>
          </p:cNvSpPr>
          <p:nvPr/>
        </p:nvSpPr>
        <p:spPr>
          <a:xfrm xmlns:a="http://schemas.openxmlformats.org/drawingml/2006/main">
            <a:off x="5095875" y="32480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0" b="1">
                <a:solidFill>
                  <a:srgbClr val="17231F"/>
                </a:solidFill>
                <a:latin typeface="Noto Sans KR"/>
                <a:ea typeface="Noto Sans KR"/>
                <a:cs typeface="Noto Sans KR"/>
              </a:defRPr>
            </a:pPr>
            <a:r>
              <a:rPr sz="930" b="1">
                <a:solidFill>
                  <a:srgbClr val="17231F"/>
                </a:solidFill>
                <a:latin typeface="Noto Sans KR"/>
                <a:ea typeface="Noto Sans KR"/>
                <a:cs typeface="Noto Sans KR"/>
              </a:rPr>
              <a:t>Qwen·Gemma</a:t>
            </a:r>
          </a:p>
        </p:txBody>
      </p:sp>
      <p:sp>
        <p:nvSpPr>
          <p:cNvPr id="44" name="">
            <a:extLst xmlns:a="http://schemas.openxmlformats.org/drawingml/2006/main">
              <a:ext uri="{FF2B5EF4-FFF2-40B4-BE49-F238E27FC236}">
                <a16:creationId xmlns:a16="http://schemas.microsoft.com/office/drawing/2014/main" id="{22599787-5B0E-471B-97FF-150CCE6C21E8}"/>
              </a:ext>
            </a:extLst>
          </p:cNvPr>
          <p:cNvSpPr>
            <a:spLocks xmlns:a="http://schemas.openxmlformats.org/drawingml/2006/main" noGrp="1"/>
          </p:cNvSpPr>
          <p:nvPr/>
        </p:nvSpPr>
        <p:spPr>
          <a:xfrm xmlns:a="http://schemas.openxmlformats.org/drawingml/2006/main">
            <a:off x="5095875" y="3552825"/>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82" b="0">
                <a:solidFill>
                  <a:srgbClr val="64716B"/>
                </a:solidFill>
                <a:latin typeface="Noto Sans KR"/>
                <a:ea typeface="Noto Sans KR"/>
                <a:cs typeface="Noto Sans KR"/>
              </a:defRPr>
            </a:pPr>
            <a:r>
              <a:rPr sz="682" b="0">
                <a:solidFill>
                  <a:srgbClr val="64716B"/>
                </a:solidFill>
                <a:latin typeface="Noto Sans KR"/>
                <a:ea typeface="Noto Sans KR"/>
                <a:cs typeface="Noto Sans KR"/>
              </a:rPr>
              <a:t>로컬 전환 후보</a:t>
            </a:r>
          </a:p>
          <a:p xmlns:a="http://schemas.openxmlformats.org/drawingml/2006/main">
            <a:pPr algn="l">
              <a:defRPr sz="682" b="0">
                <a:solidFill>
                  <a:srgbClr val="64716B"/>
                </a:solidFill>
                <a:latin typeface="Noto Sans KR"/>
                <a:ea typeface="Noto Sans KR"/>
                <a:cs typeface="Noto Sans KR"/>
              </a:defRPr>
            </a:pPr>
            <a:r>
              <a:rPr sz="682" b="0">
                <a:solidFill>
                  <a:srgbClr val="64716B"/>
                </a:solidFill>
                <a:latin typeface="Noto Sans KR"/>
                <a:ea typeface="Noto Sans KR"/>
                <a:cs typeface="Noto Sans KR"/>
              </a:rPr>
              <a:t>향후 GPU 검증</a:t>
            </a:r>
          </a:p>
        </p:txBody>
      </p:sp>
      <p:sp>
        <p:nvSpPr>
          <p:cNvPr id="45" name="">
            <a:extLst xmlns:a="http://schemas.openxmlformats.org/drawingml/2006/main">
              <a:ext uri="{FF2B5EF4-FFF2-40B4-BE49-F238E27FC236}">
                <a16:creationId xmlns:a16="http://schemas.microsoft.com/office/drawing/2014/main" id="{E3C5DB0C-14FB-43C9-9419-49C6F638557E}"/>
              </a:ext>
            </a:extLst>
          </p:cNvPr>
          <p:cNvSpPr>
            <a:spLocks xmlns:a="http://schemas.openxmlformats.org/drawingml/2006/main" noGrp="1"/>
          </p:cNvSpPr>
          <p:nvPr/>
        </p:nvSpPr>
        <p:spPr>
          <a:xfrm xmlns:a="http://schemas.openxmlformats.org/drawingml/2006/main">
            <a:off x="5095875" y="4010025"/>
            <a:ext cx="952500" cy="1714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7620">
            <a:solidFill>
              <a:srgbClr val="6B4BB2"/>
            </a:solidFill>
            <a:prstDash val="solid"/>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ctr">
              <a:defRPr sz="585" b="1">
                <a:solidFill>
                  <a:srgbClr val="6B4BB2"/>
                </a:solidFill>
                <a:latin typeface="Noto Sans KR"/>
                <a:ea typeface="Noto Sans KR"/>
                <a:cs typeface="Noto Sans KR"/>
              </a:defRPr>
            </a:pPr>
            <a:r>
              <a:rPr sz="585" b="1">
                <a:solidFill>
                  <a:srgbClr val="6B4BB2"/>
                </a:solidFill>
                <a:latin typeface="Noto Sans KR"/>
                <a:ea typeface="Noto Sans KR"/>
                <a:cs typeface="Noto Sans KR"/>
              </a:rPr>
              <a:t>검토 중</a:t>
            </a:r>
          </a:p>
        </p:txBody>
      </p:sp>
      <p:sp>
        <p:nvSpPr>
          <p:cNvPr id="46" name="">
            <a:extLst xmlns:a="http://schemas.openxmlformats.org/drawingml/2006/main">
              <a:ext uri="{FF2B5EF4-FFF2-40B4-BE49-F238E27FC236}">
                <a16:creationId xmlns:a16="http://schemas.microsoft.com/office/drawing/2014/main" id="{902C2B50-D9C3-4415-9241-46DE0BFD3C78}"/>
              </a:ext>
            </a:extLst>
          </p:cNvPr>
          <p:cNvSpPr>
            <a:spLocks xmlns:a="http://schemas.openxmlformats.org/drawingml/2006/main" noGrp="1"/>
          </p:cNvSpPr>
          <p:nvPr/>
        </p:nvSpPr>
        <p:spPr>
          <a:xfrm xmlns:a="http://schemas.openxmlformats.org/drawingml/2006/main">
            <a:off x="3371850" y="3590925"/>
            <a:ext cx="20002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47" name="">
            <a:extLst xmlns:a="http://schemas.openxmlformats.org/drawingml/2006/main">
              <a:ext uri="{FF2B5EF4-FFF2-40B4-BE49-F238E27FC236}">
                <a16:creationId xmlns:a16="http://schemas.microsoft.com/office/drawing/2014/main" id="{FF8E2139-EF7C-4A51-BED8-9D989D0586AC}"/>
              </a:ext>
            </a:extLst>
          </p:cNvPr>
          <p:cNvSpPr>
            <a:spLocks xmlns:a="http://schemas.openxmlformats.org/drawingml/2006/main" noGrp="1"/>
          </p:cNvSpPr>
          <p:nvPr/>
        </p:nvSpPr>
        <p:spPr>
          <a:xfrm xmlns:a="http://schemas.openxmlformats.org/drawingml/2006/main">
            <a:off x="4772025" y="3590925"/>
            <a:ext cx="20002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48" name="">
            <a:extLst xmlns:a="http://schemas.openxmlformats.org/drawingml/2006/main">
              <a:ext uri="{FF2B5EF4-FFF2-40B4-BE49-F238E27FC236}">
                <a16:creationId xmlns:a16="http://schemas.microsoft.com/office/drawing/2014/main" id="{823717BE-143D-47E0-9DF4-25B8F7324F31}"/>
              </a:ext>
            </a:extLst>
          </p:cNvPr>
          <p:cNvSpPr>
            <a:spLocks xmlns:a="http://schemas.openxmlformats.org/drawingml/2006/main" noGrp="1"/>
          </p:cNvSpPr>
          <p:nvPr/>
        </p:nvSpPr>
        <p:spPr>
          <a:xfrm xmlns:a="http://schemas.openxmlformats.org/drawingml/2006/main">
            <a:off x="6457950" y="2886075"/>
            <a:ext cx="1524000" cy="1666875"/>
          </a:xfrm>
          <a:prstGeom xmlns:a="http://schemas.openxmlformats.org/drawingml/2006/main" prst="roundRect">
            <a:avLst>
              <a:gd name="adj" fmla="val 8125"/>
            </a:avLst>
          </a:prstGeom>
          <a:solidFill xmlns:a="http://schemas.openxmlformats.org/drawingml/2006/main">
            <a:srgbClr val="F8FBFA"/>
          </a:solidFill>
          <a:ln xmlns:a="http://schemas.openxmlformats.org/drawingml/2006/main" w="11430">
            <a:solidFill>
              <a:srgbClr val="D8E3DE"/>
            </a:solidFill>
            <a:prstDash val="solid"/>
          </a:ln>
        </p:spPr>
      </p:sp>
      <p:sp>
        <p:nvSpPr>
          <p:cNvPr id="49" name="">
            <a:extLst xmlns:a="http://schemas.openxmlformats.org/drawingml/2006/main">
              <a:ext uri="{FF2B5EF4-FFF2-40B4-BE49-F238E27FC236}">
                <a16:creationId xmlns:a16="http://schemas.microsoft.com/office/drawing/2014/main" id="{2B9DC130-0368-40DC-A38D-9EBF2A3FA684}"/>
              </a:ext>
            </a:extLst>
          </p:cNvPr>
          <p:cNvSpPr>
            <a:spLocks xmlns:a="http://schemas.openxmlformats.org/drawingml/2006/main" noGrp="1"/>
          </p:cNvSpPr>
          <p:nvPr/>
        </p:nvSpPr>
        <p:spPr>
          <a:xfrm xmlns:a="http://schemas.openxmlformats.org/drawingml/2006/main">
            <a:off x="6543675" y="3000375"/>
            <a:ext cx="342900" cy="3429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8534230366b844c4">
            <a:extLst>
              <a:ext uri="{96DAC541-7B7A-43D3-8B79-37D633B846F1}">
                <asvg:svgBlip xmlns:asvg="http://schemas.microsoft.com/office/drawing/2016/SVG/main" r:embed="R55cae093419844d7"/>
              </a:ext>
            </a:extLst>
          </a:blip>
          <a:stretch xmlns:a="http://schemas.openxmlformats.org/drawingml/2006/main"/>
        </p:blipFill>
        <p:spPr>
          <a:xfrm xmlns:a="http://schemas.openxmlformats.org/drawingml/2006/main">
            <a:off x="6600825" y="3057525"/>
            <a:ext cx="228600" cy="22860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A7E29706-BE3C-421E-BE28-C04B6699A6BA}"/>
              </a:ext>
            </a:extLst>
          </p:cNvPr>
          <p:cNvSpPr>
            <a:spLocks xmlns:a="http://schemas.openxmlformats.org/drawingml/2006/main" noGrp="1"/>
          </p:cNvSpPr>
          <p:nvPr/>
        </p:nvSpPr>
        <p:spPr>
          <a:xfrm xmlns:a="http://schemas.openxmlformats.org/drawingml/2006/main">
            <a:off x="6953250" y="2990850"/>
            <a:ext cx="90487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EXECUTION TRACE</a:t>
            </a:r>
          </a:p>
        </p:txBody>
      </p:sp>
      <p:sp>
        <p:nvSpPr>
          <p:cNvPr id="52" name="">
            <a:extLst xmlns:a="http://schemas.openxmlformats.org/drawingml/2006/main">
              <a:ext uri="{FF2B5EF4-FFF2-40B4-BE49-F238E27FC236}">
                <a16:creationId xmlns:a16="http://schemas.microsoft.com/office/drawing/2014/main" id="{EDC77112-2B8C-4A16-B2E8-DAC954159576}"/>
              </a:ext>
            </a:extLst>
          </p:cNvPr>
          <p:cNvSpPr>
            <a:spLocks xmlns:a="http://schemas.openxmlformats.org/drawingml/2006/main" noGrp="1"/>
          </p:cNvSpPr>
          <p:nvPr/>
        </p:nvSpPr>
        <p:spPr>
          <a:xfrm xmlns:a="http://schemas.openxmlformats.org/drawingml/2006/main">
            <a:off x="6953250" y="3162300"/>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실행 결과 수집</a:t>
            </a:r>
          </a:p>
        </p:txBody>
      </p:sp>
      <p:sp>
        <p:nvSpPr>
          <p:cNvPr id="53" name="">
            <a:extLst xmlns:a="http://schemas.openxmlformats.org/drawingml/2006/main">
              <a:ext uri="{FF2B5EF4-FFF2-40B4-BE49-F238E27FC236}">
                <a16:creationId xmlns:a16="http://schemas.microsoft.com/office/drawing/2014/main" id="{CFF9DBFE-9048-45F7-9888-ABAB7FBDB903}"/>
              </a:ext>
            </a:extLst>
          </p:cNvPr>
          <p:cNvSpPr>
            <a:spLocks xmlns:a="http://schemas.openxmlformats.org/drawingml/2006/main" noGrp="1"/>
          </p:cNvSpPr>
          <p:nvPr/>
        </p:nvSpPr>
        <p:spPr>
          <a:xfrm xmlns:a="http://schemas.openxmlformats.org/drawingml/2006/main">
            <a:off x="6953250" y="3476625"/>
            <a:ext cx="904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54" name="">
            <a:extLst xmlns:a="http://schemas.openxmlformats.org/drawingml/2006/main">
              <a:ext uri="{FF2B5EF4-FFF2-40B4-BE49-F238E27FC236}">
                <a16:creationId xmlns:a16="http://schemas.microsoft.com/office/drawing/2014/main" id="{893A2176-E2C1-4B6D-ACB2-CE830324749D}"/>
              </a:ext>
            </a:extLst>
          </p:cNvPr>
          <p:cNvSpPr>
            <a:spLocks xmlns:a="http://schemas.openxmlformats.org/drawingml/2006/main" noGrp="1"/>
          </p:cNvSpPr>
          <p:nvPr/>
        </p:nvSpPr>
        <p:spPr>
          <a:xfrm xmlns:a="http://schemas.openxmlformats.org/drawingml/2006/main">
            <a:off x="6591300" y="3714750"/>
            <a:ext cx="552450" cy="238125"/>
          </a:xfrm>
          <a:prstGeom xmlns:a="http://schemas.openxmlformats.org/drawingml/2006/main" prst="roundRect">
            <a:avLst>
              <a:gd name="adj" fmla="val 28000"/>
            </a:avLst>
          </a:prstGeom>
          <a:solidFill xmlns:a="http://schemas.openxmlformats.org/drawingml/2006/main">
            <a:srgbClr val="FFFFFF"/>
          </a:solidFill>
          <a:ln xmlns:a="http://schemas.openxmlformats.org/drawingml/2006/main" w="6668">
            <a:solidFill>
              <a:srgbClr val="D8E3DE"/>
            </a:solidFill>
            <a:prstDash val="solid"/>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578" b="1">
                <a:solidFill>
                  <a:srgbClr val="64716B"/>
                </a:solidFill>
                <a:latin typeface="Noto Sans KR"/>
                <a:ea typeface="Noto Sans KR"/>
                <a:cs typeface="Noto Sans KR"/>
              </a:defRPr>
            </a:pPr>
            <a:r>
              <a:rPr sz="578" b="1">
                <a:solidFill>
                  <a:srgbClr val="64716B"/>
                </a:solidFill>
                <a:latin typeface="Noto Sans KR"/>
                <a:ea typeface="Noto Sans KR"/>
                <a:cs typeface="Noto Sans KR"/>
              </a:rPr>
              <a:t>Tool Call</a:t>
            </a:r>
          </a:p>
        </p:txBody>
      </p:sp>
      <p:sp>
        <p:nvSpPr>
          <p:cNvPr id="55" name="">
            <a:extLst xmlns:a="http://schemas.openxmlformats.org/drawingml/2006/main">
              <a:ext uri="{FF2B5EF4-FFF2-40B4-BE49-F238E27FC236}">
                <a16:creationId xmlns:a16="http://schemas.microsoft.com/office/drawing/2014/main" id="{4AB33BE1-DBBC-4595-9DE1-0349FD25F494}"/>
              </a:ext>
            </a:extLst>
          </p:cNvPr>
          <p:cNvSpPr>
            <a:spLocks xmlns:a="http://schemas.openxmlformats.org/drawingml/2006/main" noGrp="1"/>
          </p:cNvSpPr>
          <p:nvPr/>
        </p:nvSpPr>
        <p:spPr>
          <a:xfrm xmlns:a="http://schemas.openxmlformats.org/drawingml/2006/main">
            <a:off x="7219950" y="3714750"/>
            <a:ext cx="552450" cy="238125"/>
          </a:xfrm>
          <a:prstGeom xmlns:a="http://schemas.openxmlformats.org/drawingml/2006/main" prst="roundRect">
            <a:avLst>
              <a:gd name="adj" fmla="val 28000"/>
            </a:avLst>
          </a:prstGeom>
          <a:solidFill xmlns:a="http://schemas.openxmlformats.org/drawingml/2006/main">
            <a:srgbClr val="FFFFFF"/>
          </a:solidFill>
          <a:ln xmlns:a="http://schemas.openxmlformats.org/drawingml/2006/main" w="6668">
            <a:solidFill>
              <a:srgbClr val="D8E3DE"/>
            </a:solidFill>
            <a:prstDash val="solid"/>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578" b="1">
                <a:solidFill>
                  <a:srgbClr val="64716B"/>
                </a:solidFill>
                <a:latin typeface="Noto Sans KR"/>
                <a:ea typeface="Noto Sans KR"/>
                <a:cs typeface="Noto Sans KR"/>
              </a:defRPr>
            </a:pPr>
            <a:r>
              <a:rPr sz="578" b="1">
                <a:solidFill>
                  <a:srgbClr val="64716B"/>
                </a:solidFill>
                <a:latin typeface="Noto Sans KR"/>
                <a:ea typeface="Noto Sans KR"/>
                <a:cs typeface="Noto Sans KR"/>
              </a:rPr>
              <a:t>SQL 수치</a:t>
            </a:r>
          </a:p>
        </p:txBody>
      </p:sp>
      <p:sp>
        <p:nvSpPr>
          <p:cNvPr id="56" name="">
            <a:extLst xmlns:a="http://schemas.openxmlformats.org/drawingml/2006/main">
              <a:ext uri="{FF2B5EF4-FFF2-40B4-BE49-F238E27FC236}">
                <a16:creationId xmlns:a16="http://schemas.microsoft.com/office/drawing/2014/main" id="{9BF0B33A-753A-46AB-8C6B-38A7B3DE7683}"/>
              </a:ext>
            </a:extLst>
          </p:cNvPr>
          <p:cNvSpPr>
            <a:spLocks xmlns:a="http://schemas.openxmlformats.org/drawingml/2006/main" noGrp="1"/>
          </p:cNvSpPr>
          <p:nvPr/>
        </p:nvSpPr>
        <p:spPr>
          <a:xfrm xmlns:a="http://schemas.openxmlformats.org/drawingml/2006/main">
            <a:off x="6591300" y="4038600"/>
            <a:ext cx="552450" cy="238125"/>
          </a:xfrm>
          <a:prstGeom xmlns:a="http://schemas.openxmlformats.org/drawingml/2006/main" prst="roundRect">
            <a:avLst>
              <a:gd name="adj" fmla="val 28000"/>
            </a:avLst>
          </a:prstGeom>
          <a:solidFill xmlns:a="http://schemas.openxmlformats.org/drawingml/2006/main">
            <a:srgbClr val="FFFFFF"/>
          </a:solidFill>
          <a:ln xmlns:a="http://schemas.openxmlformats.org/drawingml/2006/main" w="6668">
            <a:solidFill>
              <a:srgbClr val="D8E3DE"/>
            </a:solidFill>
            <a:prstDash val="solid"/>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578" b="1">
                <a:solidFill>
                  <a:srgbClr val="64716B"/>
                </a:solidFill>
                <a:latin typeface="Noto Sans KR"/>
                <a:ea typeface="Noto Sans KR"/>
                <a:cs typeface="Noto Sans KR"/>
              </a:defRPr>
            </a:pPr>
            <a:r>
              <a:rPr sz="578" b="1">
                <a:solidFill>
                  <a:srgbClr val="64716B"/>
                </a:solidFill>
                <a:latin typeface="Noto Sans KR"/>
                <a:ea typeface="Noto Sans KR"/>
                <a:cs typeface="Noto Sans KR"/>
              </a:rPr>
              <a:t>RAG 근거</a:t>
            </a:r>
          </a:p>
        </p:txBody>
      </p:sp>
      <p:sp>
        <p:nvSpPr>
          <p:cNvPr id="57" name="">
            <a:extLst xmlns:a="http://schemas.openxmlformats.org/drawingml/2006/main">
              <a:ext uri="{FF2B5EF4-FFF2-40B4-BE49-F238E27FC236}">
                <a16:creationId xmlns:a16="http://schemas.microsoft.com/office/drawing/2014/main" id="{D755A0D0-1154-4E30-B536-2B0551298356}"/>
              </a:ext>
            </a:extLst>
          </p:cNvPr>
          <p:cNvSpPr>
            <a:spLocks xmlns:a="http://schemas.openxmlformats.org/drawingml/2006/main" noGrp="1"/>
          </p:cNvSpPr>
          <p:nvPr/>
        </p:nvSpPr>
        <p:spPr>
          <a:xfrm xmlns:a="http://schemas.openxmlformats.org/drawingml/2006/main">
            <a:off x="7219950" y="4038600"/>
            <a:ext cx="552450" cy="238125"/>
          </a:xfrm>
          <a:prstGeom xmlns:a="http://schemas.openxmlformats.org/drawingml/2006/main" prst="roundRect">
            <a:avLst>
              <a:gd name="adj" fmla="val 28000"/>
            </a:avLst>
          </a:prstGeom>
          <a:solidFill xmlns:a="http://schemas.openxmlformats.org/drawingml/2006/main">
            <a:srgbClr val="FFFFFF"/>
          </a:solidFill>
          <a:ln xmlns:a="http://schemas.openxmlformats.org/drawingml/2006/main" w="6668">
            <a:solidFill>
              <a:srgbClr val="D8E3DE"/>
            </a:solidFill>
            <a:prstDash val="solid"/>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578" b="1">
                <a:solidFill>
                  <a:srgbClr val="64716B"/>
                </a:solidFill>
                <a:latin typeface="Noto Sans KR"/>
                <a:ea typeface="Noto Sans KR"/>
                <a:cs typeface="Noto Sans KR"/>
              </a:defRPr>
            </a:pPr>
            <a:r>
              <a:rPr sz="578" b="1">
                <a:solidFill>
                  <a:srgbClr val="64716B"/>
                </a:solidFill>
                <a:latin typeface="Noto Sans KR"/>
                <a:ea typeface="Noto Sans KR"/>
                <a:cs typeface="Noto Sans KR"/>
              </a:rPr>
              <a:t>최종 답변</a:t>
            </a:r>
          </a:p>
        </p:txBody>
      </p:sp>
      <p:sp>
        <p:nvSpPr>
          <p:cNvPr id="58" name="">
            <a:extLst xmlns:a="http://schemas.openxmlformats.org/drawingml/2006/main">
              <a:ext uri="{FF2B5EF4-FFF2-40B4-BE49-F238E27FC236}">
                <a16:creationId xmlns:a16="http://schemas.microsoft.com/office/drawing/2014/main" id="{94055893-98D9-40BE-A32A-C54D3D349463}"/>
              </a:ext>
            </a:extLst>
          </p:cNvPr>
          <p:cNvSpPr>
            <a:spLocks xmlns:a="http://schemas.openxmlformats.org/drawingml/2006/main" noGrp="1"/>
          </p:cNvSpPr>
          <p:nvPr/>
        </p:nvSpPr>
        <p:spPr>
          <a:xfrm xmlns:a="http://schemas.openxmlformats.org/drawingml/2006/main">
            <a:off x="8267700" y="2257425"/>
            <a:ext cx="2000250" cy="685800"/>
          </a:xfrm>
          <a:prstGeom xmlns:a="http://schemas.openxmlformats.org/drawingml/2006/main" prst="roundRect">
            <a:avLst>
              <a:gd name="adj" fmla="val 18056"/>
            </a:avLst>
          </a:prstGeom>
          <a:solidFill xmlns:a="http://schemas.openxmlformats.org/drawingml/2006/main">
            <a:srgbClr val="EDF6FC"/>
          </a:solidFill>
          <a:ln xmlns:a="http://schemas.openxmlformats.org/drawingml/2006/main" w="11430">
            <a:solidFill>
              <a:srgbClr val="2E6F9F"/>
            </a:solidFill>
            <a:prstDash val="solid"/>
          </a:ln>
        </p:spPr>
      </p:sp>
      <p:sp>
        <p:nvSpPr>
          <p:cNvPr id="59" name="">
            <a:extLst xmlns:a="http://schemas.openxmlformats.org/drawingml/2006/main">
              <a:ext uri="{FF2B5EF4-FFF2-40B4-BE49-F238E27FC236}">
                <a16:creationId xmlns:a16="http://schemas.microsoft.com/office/drawing/2014/main" id="{5505D48A-4CAE-48D7-8095-C8E025133AB8}"/>
              </a:ext>
            </a:extLst>
          </p:cNvPr>
          <p:cNvSpPr>
            <a:spLocks xmlns:a="http://schemas.openxmlformats.org/drawingml/2006/main" noGrp="1"/>
          </p:cNvSpPr>
          <p:nvPr/>
        </p:nvSpPr>
        <p:spPr>
          <a:xfrm xmlns:a="http://schemas.openxmlformats.org/drawingml/2006/main">
            <a:off x="8334375" y="2390775"/>
            <a:ext cx="323850" cy="323850"/>
          </a:xfrm>
          <a:prstGeom xmlns:a="http://schemas.openxmlformats.org/drawingml/2006/main" prst="roundRect">
            <a:avLst>
              <a:gd name="adj" fmla="val 26471"/>
            </a:avLst>
          </a:prstGeom>
          <a:solidFill xmlns:a="http://schemas.openxmlformats.org/drawingml/2006/main">
            <a:srgbClr val="FFFFFF"/>
          </a:solidFill>
          <a:ln xmlns:a="http://schemas.openxmlformats.org/drawingml/2006/main" w="0">
            <a:noFill/>
          </a:ln>
        </p:spPr>
      </p:sp>
      <p:pic>
        <p:nvPicPr>
          <p:cNvPr id="169" name=""/>
          <p:cNvPicPr>
            <a:picLocks xmlns:a="http://schemas.openxmlformats.org/drawingml/2006/main" noChangeAspect="1"/>
          </p:cNvPicPr>
          <p:nvPr/>
        </p:nvPicPr>
        <p:blipFill>
          <a:blip xmlns:r="http://schemas.openxmlformats.org/officeDocument/2006/relationships" xmlns:a="http://schemas.openxmlformats.org/drawingml/2006/main" r:embed="Rf822dee3dbb541a6">
            <a:extLst>
              <a:ext uri="{96DAC541-7B7A-43D3-8B79-37D633B846F1}">
                <asvg:svgBlip xmlns:asvg="http://schemas.microsoft.com/office/drawing/2016/SVG/main" r:embed="R7563a78199464070"/>
              </a:ext>
            </a:extLst>
          </a:blip>
          <a:stretch xmlns:a="http://schemas.openxmlformats.org/drawingml/2006/main"/>
        </p:blipFill>
        <p:spPr>
          <a:xfrm xmlns:a="http://schemas.openxmlformats.org/drawingml/2006/main">
            <a:off x="8391525" y="2447925"/>
            <a:ext cx="209550" cy="209550"/>
          </a:xfrm>
          <a:prstGeom xmlns:a="http://schemas.openxmlformats.org/drawingml/2006/main" prst="rect">
            <a:avLst/>
          </a:prstGeom>
        </p:spPr>
      </p:pic>
      <p:sp>
        <p:nvSpPr>
          <p:cNvPr id="61" name="">
            <a:extLst xmlns:a="http://schemas.openxmlformats.org/drawingml/2006/main">
              <a:ext uri="{FF2B5EF4-FFF2-40B4-BE49-F238E27FC236}">
                <a16:creationId xmlns:a16="http://schemas.microsoft.com/office/drawing/2014/main" id="{4A3D751B-D5FE-402B-9F64-B813D0DC4AA6}"/>
              </a:ext>
            </a:extLst>
          </p:cNvPr>
          <p:cNvSpPr>
            <a:spLocks xmlns:a="http://schemas.openxmlformats.org/drawingml/2006/main" noGrp="1"/>
          </p:cNvSpPr>
          <p:nvPr/>
        </p:nvSpPr>
        <p:spPr>
          <a:xfrm xmlns:a="http://schemas.openxmlformats.org/drawingml/2006/main">
            <a:off x="8734425" y="2352675"/>
            <a:ext cx="14097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00" b="1">
                <a:solidFill>
                  <a:srgbClr val="64716B"/>
                </a:solidFill>
                <a:latin typeface="Noto Sans KR"/>
                <a:ea typeface="Noto Sans KR"/>
                <a:cs typeface="Noto Sans KR"/>
              </a:defRPr>
            </a:pPr>
            <a:r>
              <a:rPr sz="600" b="1">
                <a:solidFill>
                  <a:srgbClr val="64716B"/>
                </a:solidFill>
                <a:latin typeface="Noto Sans KR"/>
                <a:ea typeface="Noto Sans KR"/>
                <a:cs typeface="Noto Sans KR"/>
              </a:rPr>
              <a:t>DETERMINISTIC</a:t>
            </a:r>
          </a:p>
        </p:txBody>
      </p:sp>
      <p:sp>
        <p:nvSpPr>
          <p:cNvPr id="62" name="">
            <a:extLst xmlns:a="http://schemas.openxmlformats.org/drawingml/2006/main">
              <a:ext uri="{FF2B5EF4-FFF2-40B4-BE49-F238E27FC236}">
                <a16:creationId xmlns:a16="http://schemas.microsoft.com/office/drawing/2014/main" id="{F11ED5F2-FD93-4AC5-A868-48F8943D5B73}"/>
              </a:ext>
            </a:extLst>
          </p:cNvPr>
          <p:cNvSpPr>
            <a:spLocks xmlns:a="http://schemas.openxmlformats.org/drawingml/2006/main" noGrp="1"/>
          </p:cNvSpPr>
          <p:nvPr/>
        </p:nvSpPr>
        <p:spPr>
          <a:xfrm xmlns:a="http://schemas.openxmlformats.org/drawingml/2006/main">
            <a:off x="8734425" y="2514600"/>
            <a:ext cx="1409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15" b="1">
                <a:solidFill>
                  <a:srgbClr val="17231F"/>
                </a:solidFill>
                <a:latin typeface="Noto Sans KR"/>
                <a:ea typeface="Noto Sans KR"/>
                <a:cs typeface="Noto Sans KR"/>
              </a:defRPr>
            </a:pPr>
            <a:r>
              <a:rPr sz="915" b="1">
                <a:solidFill>
                  <a:srgbClr val="17231F"/>
                </a:solidFill>
                <a:latin typeface="Noto Sans KR"/>
                <a:ea typeface="Noto Sans KR"/>
                <a:cs typeface="Noto Sans KR"/>
              </a:rPr>
              <a:t>Tool·Rule 평가</a:t>
            </a:r>
          </a:p>
        </p:txBody>
      </p:sp>
      <p:sp>
        <p:nvSpPr>
          <p:cNvPr id="63" name="">
            <a:extLst xmlns:a="http://schemas.openxmlformats.org/drawingml/2006/main">
              <a:ext uri="{FF2B5EF4-FFF2-40B4-BE49-F238E27FC236}">
                <a16:creationId xmlns:a16="http://schemas.microsoft.com/office/drawing/2014/main" id="{2E9D73F3-753E-4B55-B08F-A288F73D686F}"/>
              </a:ext>
            </a:extLst>
          </p:cNvPr>
          <p:cNvSpPr>
            <a:spLocks xmlns:a="http://schemas.openxmlformats.org/drawingml/2006/main" noGrp="1"/>
          </p:cNvSpPr>
          <p:nvPr/>
        </p:nvSpPr>
        <p:spPr>
          <a:xfrm xmlns:a="http://schemas.openxmlformats.org/drawingml/2006/main">
            <a:off x="8734425" y="2743200"/>
            <a:ext cx="14097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23" b="0">
                <a:solidFill>
                  <a:srgbClr val="64716B"/>
                </a:solidFill>
                <a:latin typeface="Noto Sans KR"/>
                <a:ea typeface="Noto Sans KR"/>
                <a:cs typeface="Noto Sans KR"/>
              </a:defRPr>
            </a:pPr>
            <a:r>
              <a:rPr sz="623" b="0">
                <a:solidFill>
                  <a:srgbClr val="64716B"/>
                </a:solidFill>
                <a:latin typeface="Noto Sans KR"/>
                <a:ea typeface="Noto Sans KR"/>
                <a:cs typeface="Noto Sans KR"/>
              </a:rPr>
              <a:t>선택·인자·수치·금지 규칙</a:t>
            </a:r>
          </a:p>
        </p:txBody>
      </p:sp>
      <p:sp>
        <p:nvSpPr>
          <p:cNvPr id="64" name="">
            <a:extLst xmlns:a="http://schemas.openxmlformats.org/drawingml/2006/main">
              <a:ext uri="{FF2B5EF4-FFF2-40B4-BE49-F238E27FC236}">
                <a16:creationId xmlns:a16="http://schemas.microsoft.com/office/drawing/2014/main" id="{0C9CDEB9-8601-46D8-8117-40823D2FBD74}"/>
              </a:ext>
            </a:extLst>
          </p:cNvPr>
          <p:cNvSpPr>
            <a:spLocks xmlns:a="http://schemas.openxmlformats.org/drawingml/2006/main" noGrp="1"/>
          </p:cNvSpPr>
          <p:nvPr/>
        </p:nvSpPr>
        <p:spPr>
          <a:xfrm xmlns:a="http://schemas.openxmlformats.org/drawingml/2006/main">
            <a:off x="8267700" y="3086100"/>
            <a:ext cx="2000250" cy="685800"/>
          </a:xfrm>
          <a:prstGeom xmlns:a="http://schemas.openxmlformats.org/drawingml/2006/main" prst="roundRect">
            <a:avLst>
              <a:gd name="adj" fmla="val 18056"/>
            </a:avLst>
          </a:prstGeom>
          <a:solidFill xmlns:a="http://schemas.openxmlformats.org/drawingml/2006/main">
            <a:srgbClr val="EDF7F2"/>
          </a:solidFill>
          <a:ln xmlns:a="http://schemas.openxmlformats.org/drawingml/2006/main" w="11430">
            <a:solidFill>
              <a:srgbClr val="27664F"/>
            </a:solidFill>
            <a:prstDash val="solid"/>
          </a:ln>
        </p:spPr>
      </p:sp>
      <p:sp>
        <p:nvSpPr>
          <p:cNvPr id="65" name="">
            <a:extLst xmlns:a="http://schemas.openxmlformats.org/drawingml/2006/main">
              <a:ext uri="{FF2B5EF4-FFF2-40B4-BE49-F238E27FC236}">
                <a16:creationId xmlns:a16="http://schemas.microsoft.com/office/drawing/2014/main" id="{AE31AE6A-018E-446C-AE83-6669634AB339}"/>
              </a:ext>
            </a:extLst>
          </p:cNvPr>
          <p:cNvSpPr>
            <a:spLocks xmlns:a="http://schemas.openxmlformats.org/drawingml/2006/main" noGrp="1"/>
          </p:cNvSpPr>
          <p:nvPr/>
        </p:nvSpPr>
        <p:spPr>
          <a:xfrm xmlns:a="http://schemas.openxmlformats.org/drawingml/2006/main">
            <a:off x="8334375" y="3219450"/>
            <a:ext cx="323850" cy="323850"/>
          </a:xfrm>
          <a:prstGeom xmlns:a="http://schemas.openxmlformats.org/drawingml/2006/main" prst="roundRect">
            <a:avLst>
              <a:gd name="adj" fmla="val 26471"/>
            </a:avLst>
          </a:prstGeom>
          <a:solidFill xmlns:a="http://schemas.openxmlformats.org/drawingml/2006/main">
            <a:srgbClr val="FFFFFF"/>
          </a:solidFill>
          <a:ln xmlns:a="http://schemas.openxmlformats.org/drawingml/2006/main" w="0">
            <a:noFill/>
          </a:ln>
        </p:spPr>
      </p:sp>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941cd634750046a0">
            <a:extLst>
              <a:ext uri="{96DAC541-7B7A-43D3-8B79-37D633B846F1}">
                <asvg:svgBlip xmlns:asvg="http://schemas.microsoft.com/office/drawing/2016/SVG/main" r:embed="R08a9fe3f108b4a52"/>
              </a:ext>
            </a:extLst>
          </a:blip>
          <a:stretch xmlns:a="http://schemas.openxmlformats.org/drawingml/2006/main"/>
        </p:blipFill>
        <p:spPr>
          <a:xfrm xmlns:a="http://schemas.openxmlformats.org/drawingml/2006/main">
            <a:off x="8391525" y="3276600"/>
            <a:ext cx="209550" cy="209550"/>
          </a:xfrm>
          <a:prstGeom xmlns:a="http://schemas.openxmlformats.org/drawingml/2006/main" prst="rect">
            <a:avLst/>
          </a:prstGeom>
        </p:spPr>
      </p:pic>
      <p:sp>
        <p:nvSpPr>
          <p:cNvPr id="67" name="">
            <a:extLst xmlns:a="http://schemas.openxmlformats.org/drawingml/2006/main">
              <a:ext uri="{FF2B5EF4-FFF2-40B4-BE49-F238E27FC236}">
                <a16:creationId xmlns:a16="http://schemas.microsoft.com/office/drawing/2014/main" id="{172D5D4B-62A8-40B2-AC4F-7434FA8DFF7A}"/>
              </a:ext>
            </a:extLst>
          </p:cNvPr>
          <p:cNvSpPr>
            <a:spLocks xmlns:a="http://schemas.openxmlformats.org/drawingml/2006/main" noGrp="1"/>
          </p:cNvSpPr>
          <p:nvPr/>
        </p:nvSpPr>
        <p:spPr>
          <a:xfrm xmlns:a="http://schemas.openxmlformats.org/drawingml/2006/main">
            <a:off x="8734425" y="3181350"/>
            <a:ext cx="14097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00" b="1">
                <a:solidFill>
                  <a:srgbClr val="64716B"/>
                </a:solidFill>
                <a:latin typeface="Noto Sans KR"/>
                <a:ea typeface="Noto Sans KR"/>
                <a:cs typeface="Noto Sans KR"/>
              </a:defRPr>
            </a:pPr>
            <a:r>
              <a:rPr sz="600" b="1">
                <a:solidFill>
                  <a:srgbClr val="64716B"/>
                </a:solidFill>
                <a:latin typeface="Noto Sans KR"/>
                <a:ea typeface="Noto Sans KR"/>
                <a:cs typeface="Noto Sans KR"/>
              </a:rPr>
              <a:t>STAGE COMPARISON</a:t>
            </a:r>
          </a:p>
        </p:txBody>
      </p:sp>
      <p:sp>
        <p:nvSpPr>
          <p:cNvPr id="68" name="">
            <a:extLst xmlns:a="http://schemas.openxmlformats.org/drawingml/2006/main">
              <a:ext uri="{FF2B5EF4-FFF2-40B4-BE49-F238E27FC236}">
                <a16:creationId xmlns:a16="http://schemas.microsoft.com/office/drawing/2014/main" id="{94F9D158-A175-4342-BD2F-872F049324CB}"/>
              </a:ext>
            </a:extLst>
          </p:cNvPr>
          <p:cNvSpPr>
            <a:spLocks xmlns:a="http://schemas.openxmlformats.org/drawingml/2006/main" noGrp="1"/>
          </p:cNvSpPr>
          <p:nvPr/>
        </p:nvSpPr>
        <p:spPr>
          <a:xfrm xmlns:a="http://schemas.openxmlformats.org/drawingml/2006/main">
            <a:off x="8734425" y="3343275"/>
            <a:ext cx="1409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15" b="1">
                <a:solidFill>
                  <a:srgbClr val="17231F"/>
                </a:solidFill>
                <a:latin typeface="Noto Sans KR"/>
                <a:ea typeface="Noto Sans KR"/>
                <a:cs typeface="Noto Sans KR"/>
              </a:defRPr>
            </a:pPr>
            <a:r>
              <a:rPr sz="915" b="1">
                <a:solidFill>
                  <a:srgbClr val="17231F"/>
                </a:solidFill>
                <a:latin typeface="Noto Sans KR"/>
                <a:ea typeface="Noto Sans KR"/>
                <a:cs typeface="Noto Sans KR"/>
              </a:rPr>
              <a:t>RAG 단계 평가</a:t>
            </a:r>
          </a:p>
        </p:txBody>
      </p:sp>
      <p:sp>
        <p:nvSpPr>
          <p:cNvPr id="69" name="">
            <a:extLst xmlns:a="http://schemas.openxmlformats.org/drawingml/2006/main">
              <a:ext uri="{FF2B5EF4-FFF2-40B4-BE49-F238E27FC236}">
                <a16:creationId xmlns:a16="http://schemas.microsoft.com/office/drawing/2014/main" id="{31EBA908-2C52-4DE4-86FB-334B4A37C8B9}"/>
              </a:ext>
            </a:extLst>
          </p:cNvPr>
          <p:cNvSpPr>
            <a:spLocks xmlns:a="http://schemas.openxmlformats.org/drawingml/2006/main" noGrp="1"/>
          </p:cNvSpPr>
          <p:nvPr/>
        </p:nvSpPr>
        <p:spPr>
          <a:xfrm xmlns:a="http://schemas.openxmlformats.org/drawingml/2006/main">
            <a:off x="8734425" y="3571875"/>
            <a:ext cx="14097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23" b="0">
                <a:solidFill>
                  <a:srgbClr val="64716B"/>
                </a:solidFill>
                <a:latin typeface="Noto Sans KR"/>
                <a:ea typeface="Noto Sans KR"/>
                <a:cs typeface="Noto Sans KR"/>
              </a:defRPr>
            </a:pPr>
            <a:r>
              <a:rPr sz="623" b="0">
                <a:solidFill>
                  <a:srgbClr val="64716B"/>
                </a:solidFill>
                <a:latin typeface="Noto Sans KR"/>
                <a:ea typeface="Noto Sans KR"/>
                <a:cs typeface="Noto Sans KR"/>
              </a:rPr>
              <a:t>검색·재정렬·근거 판정</a:t>
            </a:r>
          </a:p>
        </p:txBody>
      </p:sp>
      <p:sp>
        <p:nvSpPr>
          <p:cNvPr id="70" name="">
            <a:extLst xmlns:a="http://schemas.openxmlformats.org/drawingml/2006/main">
              <a:ext uri="{FF2B5EF4-FFF2-40B4-BE49-F238E27FC236}">
                <a16:creationId xmlns:a16="http://schemas.microsoft.com/office/drawing/2014/main" id="{16AB2872-0989-4181-957A-91A19CCE8ACF}"/>
              </a:ext>
            </a:extLst>
          </p:cNvPr>
          <p:cNvSpPr>
            <a:spLocks xmlns:a="http://schemas.openxmlformats.org/drawingml/2006/main" noGrp="1"/>
          </p:cNvSpPr>
          <p:nvPr/>
        </p:nvSpPr>
        <p:spPr>
          <a:xfrm xmlns:a="http://schemas.openxmlformats.org/drawingml/2006/main">
            <a:off x="8267700" y="3914775"/>
            <a:ext cx="2000250" cy="685800"/>
          </a:xfrm>
          <a:prstGeom xmlns:a="http://schemas.openxmlformats.org/drawingml/2006/main" prst="roundRect">
            <a:avLst>
              <a:gd name="adj" fmla="val 18056"/>
            </a:avLst>
          </a:prstGeom>
          <a:solidFill xmlns:a="http://schemas.openxmlformats.org/drawingml/2006/main">
            <a:srgbClr val="F1ECFB"/>
          </a:solidFill>
          <a:ln xmlns:a="http://schemas.openxmlformats.org/drawingml/2006/main" w="11430">
            <a:solidFill>
              <a:srgbClr val="6B4BB2"/>
            </a:solidFill>
            <a:prstDash val="solid"/>
          </a:ln>
        </p:spPr>
      </p:sp>
      <p:sp>
        <p:nvSpPr>
          <p:cNvPr id="71" name="">
            <a:extLst xmlns:a="http://schemas.openxmlformats.org/drawingml/2006/main">
              <a:ext uri="{FF2B5EF4-FFF2-40B4-BE49-F238E27FC236}">
                <a16:creationId xmlns:a16="http://schemas.microsoft.com/office/drawing/2014/main" id="{8D4E5F0B-A74A-4643-8D2B-2605798E7536}"/>
              </a:ext>
            </a:extLst>
          </p:cNvPr>
          <p:cNvSpPr>
            <a:spLocks xmlns:a="http://schemas.openxmlformats.org/drawingml/2006/main" noGrp="1"/>
          </p:cNvSpPr>
          <p:nvPr/>
        </p:nvSpPr>
        <p:spPr>
          <a:xfrm xmlns:a="http://schemas.openxmlformats.org/drawingml/2006/main">
            <a:off x="8334375" y="4048125"/>
            <a:ext cx="323850" cy="323850"/>
          </a:xfrm>
          <a:prstGeom xmlns:a="http://schemas.openxmlformats.org/drawingml/2006/main" prst="roundRect">
            <a:avLst>
              <a:gd name="adj" fmla="val 26471"/>
            </a:avLst>
          </a:prstGeom>
          <a:solidFill xmlns:a="http://schemas.openxmlformats.org/drawingml/2006/main">
            <a:srgbClr val="FFFFFF"/>
          </a:solidFill>
          <a:ln xmlns:a="http://schemas.openxmlformats.org/drawingml/2006/main" w="0">
            <a:noFill/>
          </a:ln>
        </p:spPr>
      </p:sp>
      <p:pic>
        <p:nvPicPr>
          <p:cNvPr id="181" name=""/>
          <p:cNvPicPr>
            <a:picLocks xmlns:a="http://schemas.openxmlformats.org/drawingml/2006/main" noChangeAspect="1"/>
          </p:cNvPicPr>
          <p:nvPr/>
        </p:nvPicPr>
        <p:blipFill>
          <a:blip xmlns:r="http://schemas.openxmlformats.org/officeDocument/2006/relationships" xmlns:a="http://schemas.openxmlformats.org/drawingml/2006/main" r:embed="R8ee1580e053c4901">
            <a:extLst>
              <a:ext uri="{96DAC541-7B7A-43D3-8B79-37D633B846F1}">
                <asvg:svgBlip xmlns:asvg="http://schemas.microsoft.com/office/drawing/2016/SVG/main" r:embed="Rf8f34cb0ac484314"/>
              </a:ext>
            </a:extLst>
          </a:blip>
          <a:stretch xmlns:a="http://schemas.openxmlformats.org/drawingml/2006/main"/>
        </p:blipFill>
        <p:spPr>
          <a:xfrm xmlns:a="http://schemas.openxmlformats.org/drawingml/2006/main">
            <a:off x="8391525" y="4105275"/>
            <a:ext cx="209550" cy="209550"/>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8042100F-C84D-4385-9DA3-F655851E62EE}"/>
              </a:ext>
            </a:extLst>
          </p:cNvPr>
          <p:cNvSpPr>
            <a:spLocks xmlns:a="http://schemas.openxmlformats.org/drawingml/2006/main" noGrp="1"/>
          </p:cNvSpPr>
          <p:nvPr/>
        </p:nvSpPr>
        <p:spPr>
          <a:xfrm xmlns:a="http://schemas.openxmlformats.org/drawingml/2006/main">
            <a:off x="8734425" y="4010025"/>
            <a:ext cx="14097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00" b="1">
                <a:solidFill>
                  <a:srgbClr val="64716B"/>
                </a:solidFill>
                <a:latin typeface="Noto Sans KR"/>
                <a:ea typeface="Noto Sans KR"/>
                <a:cs typeface="Noto Sans KR"/>
              </a:defRPr>
            </a:pPr>
            <a:r>
              <a:rPr sz="600" b="1">
                <a:solidFill>
                  <a:srgbClr val="64716B"/>
                </a:solidFill>
                <a:latin typeface="Noto Sans KR"/>
                <a:ea typeface="Noto Sans KR"/>
                <a:cs typeface="Noto Sans KR"/>
              </a:rPr>
              <a:t>LLM JUDGE</a:t>
            </a:r>
          </a:p>
        </p:txBody>
      </p:sp>
      <p:sp>
        <p:nvSpPr>
          <p:cNvPr id="74" name="">
            <a:extLst xmlns:a="http://schemas.openxmlformats.org/drawingml/2006/main">
              <a:ext uri="{FF2B5EF4-FFF2-40B4-BE49-F238E27FC236}">
                <a16:creationId xmlns:a16="http://schemas.microsoft.com/office/drawing/2014/main" id="{BB4B7AF7-102A-414B-9403-3071182F8CE2}"/>
              </a:ext>
            </a:extLst>
          </p:cNvPr>
          <p:cNvSpPr>
            <a:spLocks xmlns:a="http://schemas.openxmlformats.org/drawingml/2006/main" noGrp="1"/>
          </p:cNvSpPr>
          <p:nvPr/>
        </p:nvSpPr>
        <p:spPr>
          <a:xfrm xmlns:a="http://schemas.openxmlformats.org/drawingml/2006/main">
            <a:off x="8734425" y="4171950"/>
            <a:ext cx="1409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15" b="1">
                <a:solidFill>
                  <a:srgbClr val="17231F"/>
                </a:solidFill>
                <a:latin typeface="Noto Sans KR"/>
                <a:ea typeface="Noto Sans KR"/>
                <a:cs typeface="Noto Sans KR"/>
              </a:defRPr>
            </a:pPr>
            <a:r>
              <a:rPr sz="915" b="1">
                <a:solidFill>
                  <a:srgbClr val="17231F"/>
                </a:solidFill>
                <a:latin typeface="Noto Sans KR"/>
                <a:ea typeface="Noto Sans KR"/>
                <a:cs typeface="Noto Sans KR"/>
              </a:rPr>
              <a:t>Sol 정성 평가</a:t>
            </a:r>
          </a:p>
        </p:txBody>
      </p:sp>
      <p:sp>
        <p:nvSpPr>
          <p:cNvPr id="75" name="">
            <a:extLst xmlns:a="http://schemas.openxmlformats.org/drawingml/2006/main">
              <a:ext uri="{FF2B5EF4-FFF2-40B4-BE49-F238E27FC236}">
                <a16:creationId xmlns:a16="http://schemas.microsoft.com/office/drawing/2014/main" id="{55E24610-BDB0-4E82-B7B8-17E00A92821A}"/>
              </a:ext>
            </a:extLst>
          </p:cNvPr>
          <p:cNvSpPr>
            <a:spLocks xmlns:a="http://schemas.openxmlformats.org/drawingml/2006/main" noGrp="1"/>
          </p:cNvSpPr>
          <p:nvPr/>
        </p:nvSpPr>
        <p:spPr>
          <a:xfrm xmlns:a="http://schemas.openxmlformats.org/drawingml/2006/main">
            <a:off x="8734425" y="4400550"/>
            <a:ext cx="14097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23" b="0">
                <a:solidFill>
                  <a:srgbClr val="64716B"/>
                </a:solidFill>
                <a:latin typeface="Noto Sans KR"/>
                <a:ea typeface="Noto Sans KR"/>
                <a:cs typeface="Noto Sans KR"/>
              </a:defRPr>
            </a:pPr>
            <a:r>
              <a:rPr sz="623" b="0">
                <a:solidFill>
                  <a:srgbClr val="64716B"/>
                </a:solidFill>
                <a:latin typeface="Noto Sans KR"/>
                <a:ea typeface="Noto Sans KR"/>
                <a:cs typeface="Noto Sans KR"/>
              </a:rPr>
              <a:t>근거성·분석·업무 활용성</a:t>
            </a:r>
          </a:p>
        </p:txBody>
      </p:sp>
      <p:sp>
        <p:nvSpPr>
          <p:cNvPr id="76" name="">
            <a:extLst xmlns:a="http://schemas.openxmlformats.org/drawingml/2006/main">
              <a:ext uri="{FF2B5EF4-FFF2-40B4-BE49-F238E27FC236}">
                <a16:creationId xmlns:a16="http://schemas.microsoft.com/office/drawing/2014/main" id="{E5BF3A6D-14E2-4478-8E6D-63C9D031C882}"/>
              </a:ext>
            </a:extLst>
          </p:cNvPr>
          <p:cNvSpPr>
            <a:spLocks xmlns:a="http://schemas.openxmlformats.org/drawingml/2006/main" noGrp="1"/>
          </p:cNvSpPr>
          <p:nvPr/>
        </p:nvSpPr>
        <p:spPr>
          <a:xfrm xmlns:a="http://schemas.openxmlformats.org/drawingml/2006/main">
            <a:off x="10553700" y="2543175"/>
            <a:ext cx="1181100" cy="1962150"/>
          </a:xfrm>
          <a:prstGeom xmlns:a="http://schemas.openxmlformats.org/drawingml/2006/main" prst="roundRect">
            <a:avLst>
              <a:gd name="adj" fmla="val 10484"/>
            </a:avLst>
          </a:prstGeom>
          <a:solidFill xmlns:a="http://schemas.openxmlformats.org/drawingml/2006/main">
            <a:srgbClr val="FFFFFF"/>
          </a:solidFill>
          <a:ln xmlns:a="http://schemas.openxmlformats.org/drawingml/2006/main" w="19050">
            <a:solidFill>
              <a:srgbClr val="27664F"/>
            </a:solidFill>
            <a:prstDash val="solid"/>
          </a:ln>
        </p:spPr>
      </p:sp>
      <p:sp>
        <p:nvSpPr>
          <p:cNvPr id="77" name="">
            <a:extLst xmlns:a="http://schemas.openxmlformats.org/drawingml/2006/main">
              <a:ext uri="{FF2B5EF4-FFF2-40B4-BE49-F238E27FC236}">
                <a16:creationId xmlns:a16="http://schemas.microsoft.com/office/drawing/2014/main" id="{5BD4D449-C729-43B8-AB07-49D70573CE14}"/>
              </a:ext>
            </a:extLst>
          </p:cNvPr>
          <p:cNvSpPr>
            <a:spLocks xmlns:a="http://schemas.openxmlformats.org/drawingml/2006/main" noGrp="1"/>
          </p:cNvSpPr>
          <p:nvPr/>
        </p:nvSpPr>
        <p:spPr>
          <a:xfrm xmlns:a="http://schemas.openxmlformats.org/drawingml/2006/main">
            <a:off x="10677525" y="2657475"/>
            <a:ext cx="9334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15" b="1">
                <a:solidFill>
                  <a:srgbClr val="64716B"/>
                </a:solidFill>
                <a:latin typeface="Noto Sans KR"/>
                <a:ea typeface="Noto Sans KR"/>
                <a:cs typeface="Noto Sans KR"/>
              </a:defRPr>
            </a:pPr>
            <a:r>
              <a:rPr sz="615" b="1">
                <a:solidFill>
                  <a:srgbClr val="64716B"/>
                </a:solidFill>
                <a:latin typeface="Noto Sans KR"/>
                <a:ea typeface="Noto Sans KR"/>
                <a:cs typeface="Noto Sans KR"/>
              </a:rPr>
              <a:t>SCORECARD</a:t>
            </a:r>
          </a:p>
        </p:txBody>
      </p:sp>
      <p:sp>
        <p:nvSpPr>
          <p:cNvPr id="78" name="">
            <a:extLst xmlns:a="http://schemas.openxmlformats.org/drawingml/2006/main">
              <a:ext uri="{FF2B5EF4-FFF2-40B4-BE49-F238E27FC236}">
                <a16:creationId xmlns:a16="http://schemas.microsoft.com/office/drawing/2014/main" id="{3E851138-943D-463F-A2BF-79B2A5F4353F}"/>
              </a:ext>
            </a:extLst>
          </p:cNvPr>
          <p:cNvSpPr>
            <a:spLocks xmlns:a="http://schemas.openxmlformats.org/drawingml/2006/main" noGrp="1"/>
          </p:cNvSpPr>
          <p:nvPr/>
        </p:nvSpPr>
        <p:spPr>
          <a:xfrm xmlns:a="http://schemas.openxmlformats.org/drawingml/2006/main">
            <a:off x="10677525" y="2838450"/>
            <a:ext cx="933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60" b="1">
                <a:solidFill>
                  <a:srgbClr val="17231F"/>
                </a:solidFill>
                <a:latin typeface="Noto Sans KR"/>
                <a:ea typeface="Noto Sans KR"/>
                <a:cs typeface="Noto Sans KR"/>
              </a:defRPr>
            </a:pPr>
            <a:r>
              <a:rPr sz="960" b="1">
                <a:solidFill>
                  <a:srgbClr val="17231F"/>
                </a:solidFill>
                <a:latin typeface="Noto Sans KR"/>
                <a:ea typeface="Noto Sans KR"/>
                <a:cs typeface="Noto Sans KR"/>
              </a:rPr>
              <a:t>비교 결과표</a:t>
            </a:r>
          </a:p>
        </p:txBody>
      </p:sp>
      <p:sp>
        <p:nvSpPr>
          <p:cNvPr id="79" name="">
            <a:extLst xmlns:a="http://schemas.openxmlformats.org/drawingml/2006/main">
              <a:ext uri="{FF2B5EF4-FFF2-40B4-BE49-F238E27FC236}">
                <a16:creationId xmlns:a16="http://schemas.microsoft.com/office/drawing/2014/main" id="{9BB6725E-879B-4812-AED9-595AD4C68529}"/>
              </a:ext>
            </a:extLst>
          </p:cNvPr>
          <p:cNvSpPr>
            <a:spLocks xmlns:a="http://schemas.openxmlformats.org/drawingml/2006/main" noGrp="1"/>
          </p:cNvSpPr>
          <p:nvPr/>
        </p:nvSpPr>
        <p:spPr>
          <a:xfrm xmlns:a="http://schemas.openxmlformats.org/drawingml/2006/main">
            <a:off x="10677525" y="3209925"/>
            <a:ext cx="933450" cy="257175"/>
          </a:xfrm>
          <a:prstGeom xmlns:a="http://schemas.openxmlformats.org/drawingml/2006/main" prst="roundRect">
            <a:avLst>
              <a:gd name="adj" fmla="val 25926"/>
            </a:avLst>
          </a:prstGeom>
          <a:solidFill xmlns:a="http://schemas.openxmlformats.org/drawingml/2006/main">
            <a:srgbClr val="F7F9F8"/>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96D323C0-5159-4E7F-B3EB-4962E71FB70E}"/>
              </a:ext>
            </a:extLst>
          </p:cNvPr>
          <p:cNvSpPr>
            <a:spLocks xmlns:a="http://schemas.openxmlformats.org/drawingml/2006/main" noGrp="1"/>
          </p:cNvSpPr>
          <p:nvPr/>
        </p:nvSpPr>
        <p:spPr>
          <a:xfrm xmlns:a="http://schemas.openxmlformats.org/drawingml/2006/main">
            <a:off x="10753725" y="3305175"/>
            <a:ext cx="66675" cy="66675"/>
          </a:xfrm>
          <a:prstGeom xmlns:a="http://schemas.openxmlformats.org/drawingml/2006/main" prst="ellipse">
            <a:avLst/>
          </a:prstGeom>
          <a:solidFill xmlns:a="http://schemas.openxmlformats.org/drawingml/2006/main">
            <a:srgbClr val="27664F"/>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417AF483-DE92-4743-8521-E4597AC49188}"/>
              </a:ext>
            </a:extLst>
          </p:cNvPr>
          <p:cNvSpPr>
            <a:spLocks xmlns:a="http://schemas.openxmlformats.org/drawingml/2006/main" noGrp="1"/>
          </p:cNvSpPr>
          <p:nvPr/>
        </p:nvSpPr>
        <p:spPr>
          <a:xfrm xmlns:a="http://schemas.openxmlformats.org/drawingml/2006/main">
            <a:off x="10868025" y="3257550"/>
            <a:ext cx="666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53" b="1">
                <a:solidFill>
                  <a:srgbClr val="17231F"/>
                </a:solidFill>
                <a:latin typeface="Noto Sans KR"/>
                <a:ea typeface="Noto Sans KR"/>
                <a:cs typeface="Noto Sans KR"/>
              </a:defRPr>
            </a:pPr>
            <a:r>
              <a:rPr sz="653" b="1">
                <a:solidFill>
                  <a:srgbClr val="17231F"/>
                </a:solidFill>
                <a:latin typeface="Noto Sans KR"/>
                <a:ea typeface="Noto Sans KR"/>
                <a:cs typeface="Noto Sans KR"/>
              </a:rPr>
              <a:t>통과 항목</a:t>
            </a:r>
          </a:p>
        </p:txBody>
      </p:sp>
      <p:sp>
        <p:nvSpPr>
          <p:cNvPr id="82" name="">
            <a:extLst xmlns:a="http://schemas.openxmlformats.org/drawingml/2006/main">
              <a:ext uri="{FF2B5EF4-FFF2-40B4-BE49-F238E27FC236}">
                <a16:creationId xmlns:a16="http://schemas.microsoft.com/office/drawing/2014/main" id="{688596F7-049B-43EB-8696-315EBA256583}"/>
              </a:ext>
            </a:extLst>
          </p:cNvPr>
          <p:cNvSpPr>
            <a:spLocks xmlns:a="http://schemas.openxmlformats.org/drawingml/2006/main" noGrp="1"/>
          </p:cNvSpPr>
          <p:nvPr/>
        </p:nvSpPr>
        <p:spPr>
          <a:xfrm xmlns:a="http://schemas.openxmlformats.org/drawingml/2006/main">
            <a:off x="10677525" y="3543300"/>
            <a:ext cx="933450" cy="257175"/>
          </a:xfrm>
          <a:prstGeom xmlns:a="http://schemas.openxmlformats.org/drawingml/2006/main" prst="roundRect">
            <a:avLst>
              <a:gd name="adj" fmla="val 25926"/>
            </a:avLst>
          </a:prstGeom>
          <a:solidFill xmlns:a="http://schemas.openxmlformats.org/drawingml/2006/main">
            <a:srgbClr val="F7F9F8"/>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53D35BD3-A575-4C86-A9B2-C260D969EB41}"/>
              </a:ext>
            </a:extLst>
          </p:cNvPr>
          <p:cNvSpPr>
            <a:spLocks xmlns:a="http://schemas.openxmlformats.org/drawingml/2006/main" noGrp="1"/>
          </p:cNvSpPr>
          <p:nvPr/>
        </p:nvSpPr>
        <p:spPr>
          <a:xfrm xmlns:a="http://schemas.openxmlformats.org/drawingml/2006/main">
            <a:off x="10753725" y="3638550"/>
            <a:ext cx="66675" cy="66675"/>
          </a:xfrm>
          <a:prstGeom xmlns:a="http://schemas.openxmlformats.org/drawingml/2006/main" prst="ellipse">
            <a:avLst/>
          </a:prstGeom>
          <a:solidFill xmlns:a="http://schemas.openxmlformats.org/drawingml/2006/main">
            <a:srgbClr val="A56216"/>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80FADB31-DB90-4B0D-BDE6-EDF6633FD038}"/>
              </a:ext>
            </a:extLst>
          </p:cNvPr>
          <p:cNvSpPr>
            <a:spLocks xmlns:a="http://schemas.openxmlformats.org/drawingml/2006/main" noGrp="1"/>
          </p:cNvSpPr>
          <p:nvPr/>
        </p:nvSpPr>
        <p:spPr>
          <a:xfrm xmlns:a="http://schemas.openxmlformats.org/drawingml/2006/main">
            <a:off x="10868025" y="3590925"/>
            <a:ext cx="666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53" b="1">
                <a:solidFill>
                  <a:srgbClr val="17231F"/>
                </a:solidFill>
                <a:latin typeface="Noto Sans KR"/>
                <a:ea typeface="Noto Sans KR"/>
                <a:cs typeface="Noto Sans KR"/>
              </a:defRPr>
            </a:pPr>
            <a:r>
              <a:rPr sz="653" b="1">
                <a:solidFill>
                  <a:srgbClr val="17231F"/>
                </a:solidFill>
                <a:latin typeface="Noto Sans KR"/>
                <a:ea typeface="Noto Sans KR"/>
                <a:cs typeface="Noto Sans KR"/>
              </a:rPr>
              <a:t>실패 위치</a:t>
            </a:r>
          </a:p>
        </p:txBody>
      </p:sp>
      <p:sp>
        <p:nvSpPr>
          <p:cNvPr id="85" name="">
            <a:extLst xmlns:a="http://schemas.openxmlformats.org/drawingml/2006/main">
              <a:ext uri="{FF2B5EF4-FFF2-40B4-BE49-F238E27FC236}">
                <a16:creationId xmlns:a16="http://schemas.microsoft.com/office/drawing/2014/main" id="{D462D292-313D-4F7A-875D-C56F110C615D}"/>
              </a:ext>
            </a:extLst>
          </p:cNvPr>
          <p:cNvSpPr>
            <a:spLocks xmlns:a="http://schemas.openxmlformats.org/drawingml/2006/main" noGrp="1"/>
          </p:cNvSpPr>
          <p:nvPr/>
        </p:nvSpPr>
        <p:spPr>
          <a:xfrm xmlns:a="http://schemas.openxmlformats.org/drawingml/2006/main">
            <a:off x="10677525" y="3876675"/>
            <a:ext cx="933450" cy="257175"/>
          </a:xfrm>
          <a:prstGeom xmlns:a="http://schemas.openxmlformats.org/drawingml/2006/main" prst="roundRect">
            <a:avLst>
              <a:gd name="adj" fmla="val 25926"/>
            </a:avLst>
          </a:prstGeom>
          <a:solidFill xmlns:a="http://schemas.openxmlformats.org/drawingml/2006/main">
            <a:srgbClr val="F7F9F8"/>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EB8C7C16-811F-40A0-8A9F-98961AD26BAC}"/>
              </a:ext>
            </a:extLst>
          </p:cNvPr>
          <p:cNvSpPr>
            <a:spLocks xmlns:a="http://schemas.openxmlformats.org/drawingml/2006/main" noGrp="1"/>
          </p:cNvSpPr>
          <p:nvPr/>
        </p:nvSpPr>
        <p:spPr>
          <a:xfrm xmlns:a="http://schemas.openxmlformats.org/drawingml/2006/main">
            <a:off x="10753725" y="3971925"/>
            <a:ext cx="66675" cy="66675"/>
          </a:xfrm>
          <a:prstGeom xmlns:a="http://schemas.openxmlformats.org/drawingml/2006/main" prst="ellipse">
            <a:avLst/>
          </a:prstGeom>
          <a:solidFill xmlns:a="http://schemas.openxmlformats.org/drawingml/2006/main">
            <a:srgbClr val="6B4BB2"/>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6A761228-3706-426D-8088-2223835BA583}"/>
              </a:ext>
            </a:extLst>
          </p:cNvPr>
          <p:cNvSpPr>
            <a:spLocks xmlns:a="http://schemas.openxmlformats.org/drawingml/2006/main" noGrp="1"/>
          </p:cNvSpPr>
          <p:nvPr/>
        </p:nvSpPr>
        <p:spPr>
          <a:xfrm xmlns:a="http://schemas.openxmlformats.org/drawingml/2006/main">
            <a:off x="10868025" y="3924300"/>
            <a:ext cx="666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53" b="1">
                <a:solidFill>
                  <a:srgbClr val="17231F"/>
                </a:solidFill>
                <a:latin typeface="Noto Sans KR"/>
                <a:ea typeface="Noto Sans KR"/>
                <a:cs typeface="Noto Sans KR"/>
              </a:defRPr>
            </a:pPr>
            <a:r>
              <a:rPr sz="653" b="1">
                <a:solidFill>
                  <a:srgbClr val="17231F"/>
                </a:solidFill>
                <a:latin typeface="Noto Sans KR"/>
                <a:ea typeface="Noto Sans KR"/>
                <a:cs typeface="Noto Sans KR"/>
              </a:rPr>
              <a:t>품질 차이</a:t>
            </a:r>
          </a:p>
        </p:txBody>
      </p:sp>
      <p:sp>
        <p:nvSpPr>
          <p:cNvPr id="88" name="">
            <a:extLst xmlns:a="http://schemas.openxmlformats.org/drawingml/2006/main">
              <a:ext uri="{FF2B5EF4-FFF2-40B4-BE49-F238E27FC236}">
                <a16:creationId xmlns:a16="http://schemas.microsoft.com/office/drawing/2014/main" id="{B8C66EC5-DF49-4EAD-AD82-4CBE20E139F3}"/>
              </a:ext>
            </a:extLst>
          </p:cNvPr>
          <p:cNvSpPr>
            <a:spLocks xmlns:a="http://schemas.openxmlformats.org/drawingml/2006/main" noGrp="1"/>
          </p:cNvSpPr>
          <p:nvPr/>
        </p:nvSpPr>
        <p:spPr>
          <a:xfrm xmlns:a="http://schemas.openxmlformats.org/drawingml/2006/main">
            <a:off x="10677525" y="4219575"/>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585" b="0">
                <a:solidFill>
                  <a:srgbClr val="64716B"/>
                </a:solidFill>
                <a:latin typeface="Noto Sans KR"/>
                <a:ea typeface="Noto Sans KR"/>
                <a:cs typeface="Noto Sans KR"/>
              </a:defRPr>
            </a:pPr>
            <a:r>
              <a:rPr sz="585" b="0">
                <a:solidFill>
                  <a:srgbClr val="64716B"/>
                </a:solidFill>
                <a:latin typeface="Noto Sans KR"/>
                <a:ea typeface="Noto Sans KR"/>
                <a:cs typeface="Noto Sans KR"/>
              </a:rPr>
              <a:t>총점보다 실패 원인과</a:t>
            </a:r>
          </a:p>
          <a:p xmlns:a="http://schemas.openxmlformats.org/drawingml/2006/main">
            <a:pPr algn="l">
              <a:defRPr sz="585" b="0">
                <a:solidFill>
                  <a:srgbClr val="64716B"/>
                </a:solidFill>
                <a:latin typeface="Noto Sans KR"/>
                <a:ea typeface="Noto Sans KR"/>
                <a:cs typeface="Noto Sans KR"/>
              </a:defRPr>
            </a:pPr>
            <a:r>
              <a:rPr sz="585" b="0">
                <a:solidFill>
                  <a:srgbClr val="64716B"/>
                </a:solidFill>
                <a:latin typeface="Noto Sans KR"/>
                <a:ea typeface="Noto Sans KR"/>
                <a:cs typeface="Noto Sans KR"/>
              </a:rPr>
              <a:t>모델 간 차이를 기록</a:t>
            </a:r>
          </a:p>
        </p:txBody>
      </p:sp>
      <p:sp>
        <p:nvSpPr>
          <p:cNvPr id="89" name="">
            <a:extLst xmlns:a="http://schemas.openxmlformats.org/drawingml/2006/main">
              <a:ext uri="{FF2B5EF4-FFF2-40B4-BE49-F238E27FC236}">
                <a16:creationId xmlns:a16="http://schemas.microsoft.com/office/drawing/2014/main" id="{BB85C6CF-C3C9-41E7-A434-F06392DE9537}"/>
              </a:ext>
            </a:extLst>
          </p:cNvPr>
          <p:cNvSpPr>
            <a:spLocks xmlns:a="http://schemas.openxmlformats.org/drawingml/2006/main" noGrp="1"/>
          </p:cNvSpPr>
          <p:nvPr/>
        </p:nvSpPr>
        <p:spPr>
          <a:xfrm xmlns:a="http://schemas.openxmlformats.org/drawingml/2006/main">
            <a:off x="1905000" y="3571875"/>
            <a:ext cx="266700"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0" name="">
            <a:extLst xmlns:a="http://schemas.openxmlformats.org/drawingml/2006/main">
              <a:ext uri="{FF2B5EF4-FFF2-40B4-BE49-F238E27FC236}">
                <a16:creationId xmlns:a16="http://schemas.microsoft.com/office/drawing/2014/main" id="{34CE7F25-7643-401F-9772-8737D1E26757}"/>
              </a:ext>
            </a:extLst>
          </p:cNvPr>
          <p:cNvSpPr>
            <a:spLocks xmlns:a="http://schemas.openxmlformats.org/drawingml/2006/main" noGrp="1"/>
          </p:cNvSpPr>
          <p:nvPr/>
        </p:nvSpPr>
        <p:spPr>
          <a:xfrm xmlns:a="http://schemas.openxmlformats.org/drawingml/2006/main">
            <a:off x="6172200" y="3571875"/>
            <a:ext cx="285750"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1" name="">
            <a:extLst xmlns:a="http://schemas.openxmlformats.org/drawingml/2006/main">
              <a:ext uri="{FF2B5EF4-FFF2-40B4-BE49-F238E27FC236}">
                <a16:creationId xmlns:a16="http://schemas.microsoft.com/office/drawing/2014/main" id="{8969A9AC-10E2-484F-924D-90C72438BD1F}"/>
              </a:ext>
            </a:extLst>
          </p:cNvPr>
          <p:cNvSpPr>
            <a:spLocks xmlns:a="http://schemas.openxmlformats.org/drawingml/2006/main" noGrp="1"/>
          </p:cNvSpPr>
          <p:nvPr/>
        </p:nvSpPr>
        <p:spPr>
          <a:xfrm xmlns:a="http://schemas.openxmlformats.org/drawingml/2006/main">
            <a:off x="7981950" y="3714750"/>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2" name="">
            <a:extLst xmlns:a="http://schemas.openxmlformats.org/drawingml/2006/main">
              <a:ext uri="{FF2B5EF4-FFF2-40B4-BE49-F238E27FC236}">
                <a16:creationId xmlns:a16="http://schemas.microsoft.com/office/drawing/2014/main" id="{D9AC0A4A-F47A-439A-9D21-4410D690F3AB}"/>
              </a:ext>
            </a:extLst>
          </p:cNvPr>
          <p:cNvSpPr>
            <a:spLocks xmlns:a="http://schemas.openxmlformats.org/drawingml/2006/main" noGrp="1"/>
          </p:cNvSpPr>
          <p:nvPr/>
        </p:nvSpPr>
        <p:spPr>
          <a:xfrm xmlns:a="http://schemas.openxmlformats.org/drawingml/2006/main">
            <a:off x="8124825" y="2600325"/>
            <a:ext cx="0" cy="165735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3" name="">
            <a:extLst xmlns:a="http://schemas.openxmlformats.org/drawingml/2006/main">
              <a:ext uri="{FF2B5EF4-FFF2-40B4-BE49-F238E27FC236}">
                <a16:creationId xmlns:a16="http://schemas.microsoft.com/office/drawing/2014/main" id="{B27F3FFE-A062-4688-9E02-1C829FE60CBE}"/>
              </a:ext>
            </a:extLst>
          </p:cNvPr>
          <p:cNvSpPr>
            <a:spLocks xmlns:a="http://schemas.openxmlformats.org/drawingml/2006/main" noGrp="1"/>
          </p:cNvSpPr>
          <p:nvPr/>
        </p:nvSpPr>
        <p:spPr>
          <a:xfrm xmlns:a="http://schemas.openxmlformats.org/drawingml/2006/main">
            <a:off x="8124825" y="2600325"/>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4" name="">
            <a:extLst xmlns:a="http://schemas.openxmlformats.org/drawingml/2006/main">
              <a:ext uri="{FF2B5EF4-FFF2-40B4-BE49-F238E27FC236}">
                <a16:creationId xmlns:a16="http://schemas.microsoft.com/office/drawing/2014/main" id="{497DF05B-8B43-484F-A24D-702B93A67813}"/>
              </a:ext>
            </a:extLst>
          </p:cNvPr>
          <p:cNvSpPr>
            <a:spLocks xmlns:a="http://schemas.openxmlformats.org/drawingml/2006/main" noGrp="1"/>
          </p:cNvSpPr>
          <p:nvPr/>
        </p:nvSpPr>
        <p:spPr>
          <a:xfrm xmlns:a="http://schemas.openxmlformats.org/drawingml/2006/main">
            <a:off x="8124825" y="3429000"/>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5" name="">
            <a:extLst xmlns:a="http://schemas.openxmlformats.org/drawingml/2006/main">
              <a:ext uri="{FF2B5EF4-FFF2-40B4-BE49-F238E27FC236}">
                <a16:creationId xmlns:a16="http://schemas.microsoft.com/office/drawing/2014/main" id="{6F1C4ADA-0B01-49C7-B9DE-91EAAB853501}"/>
              </a:ext>
            </a:extLst>
          </p:cNvPr>
          <p:cNvSpPr>
            <a:spLocks xmlns:a="http://schemas.openxmlformats.org/drawingml/2006/main" noGrp="1"/>
          </p:cNvSpPr>
          <p:nvPr/>
        </p:nvSpPr>
        <p:spPr>
          <a:xfrm xmlns:a="http://schemas.openxmlformats.org/drawingml/2006/main">
            <a:off x="8124825" y="4257675"/>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6" name="">
            <a:extLst xmlns:a="http://schemas.openxmlformats.org/drawingml/2006/main">
              <a:ext uri="{FF2B5EF4-FFF2-40B4-BE49-F238E27FC236}">
                <a16:creationId xmlns:a16="http://schemas.microsoft.com/office/drawing/2014/main" id="{6C598B6A-2D7C-4B80-B99C-E6CE6A2D9818}"/>
              </a:ext>
            </a:extLst>
          </p:cNvPr>
          <p:cNvSpPr>
            <a:spLocks xmlns:a="http://schemas.openxmlformats.org/drawingml/2006/main" noGrp="1"/>
          </p:cNvSpPr>
          <p:nvPr/>
        </p:nvSpPr>
        <p:spPr>
          <a:xfrm xmlns:a="http://schemas.openxmlformats.org/drawingml/2006/main">
            <a:off x="10267950" y="2600325"/>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7" name="">
            <a:extLst xmlns:a="http://schemas.openxmlformats.org/drawingml/2006/main">
              <a:ext uri="{FF2B5EF4-FFF2-40B4-BE49-F238E27FC236}">
                <a16:creationId xmlns:a16="http://schemas.microsoft.com/office/drawing/2014/main" id="{7E40DDEF-2BDF-404B-B992-07D44B7BC8B4}"/>
              </a:ext>
            </a:extLst>
          </p:cNvPr>
          <p:cNvSpPr>
            <a:spLocks xmlns:a="http://schemas.openxmlformats.org/drawingml/2006/main" noGrp="1"/>
          </p:cNvSpPr>
          <p:nvPr/>
        </p:nvSpPr>
        <p:spPr>
          <a:xfrm xmlns:a="http://schemas.openxmlformats.org/drawingml/2006/main">
            <a:off x="10267950" y="3429000"/>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8" name="">
            <a:extLst xmlns:a="http://schemas.openxmlformats.org/drawingml/2006/main">
              <a:ext uri="{FF2B5EF4-FFF2-40B4-BE49-F238E27FC236}">
                <a16:creationId xmlns:a16="http://schemas.microsoft.com/office/drawing/2014/main" id="{B3625A52-9BB6-4AE0-94C4-756066A0963F}"/>
              </a:ext>
            </a:extLst>
          </p:cNvPr>
          <p:cNvSpPr>
            <a:spLocks xmlns:a="http://schemas.openxmlformats.org/drawingml/2006/main" noGrp="1"/>
          </p:cNvSpPr>
          <p:nvPr/>
        </p:nvSpPr>
        <p:spPr>
          <a:xfrm xmlns:a="http://schemas.openxmlformats.org/drawingml/2006/main">
            <a:off x="10267950" y="4257675"/>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99" name="">
            <a:extLst xmlns:a="http://schemas.openxmlformats.org/drawingml/2006/main">
              <a:ext uri="{FF2B5EF4-FFF2-40B4-BE49-F238E27FC236}">
                <a16:creationId xmlns:a16="http://schemas.microsoft.com/office/drawing/2014/main" id="{EE5BAC8A-6B3B-4322-8E57-E5B8BD2F120F}"/>
              </a:ext>
            </a:extLst>
          </p:cNvPr>
          <p:cNvSpPr>
            <a:spLocks xmlns:a="http://schemas.openxmlformats.org/drawingml/2006/main" noGrp="1"/>
          </p:cNvSpPr>
          <p:nvPr/>
        </p:nvSpPr>
        <p:spPr>
          <a:xfrm xmlns:a="http://schemas.openxmlformats.org/drawingml/2006/main">
            <a:off x="10410825" y="2600325"/>
            <a:ext cx="0" cy="165735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100" name="">
            <a:extLst xmlns:a="http://schemas.openxmlformats.org/drawingml/2006/main">
              <a:ext uri="{FF2B5EF4-FFF2-40B4-BE49-F238E27FC236}">
                <a16:creationId xmlns:a16="http://schemas.microsoft.com/office/drawing/2014/main" id="{9CA92CED-DBDA-41B4-AE0B-BD8A4287598F}"/>
              </a:ext>
            </a:extLst>
          </p:cNvPr>
          <p:cNvSpPr>
            <a:spLocks xmlns:a="http://schemas.openxmlformats.org/drawingml/2006/main" noGrp="1"/>
          </p:cNvSpPr>
          <p:nvPr/>
        </p:nvSpPr>
        <p:spPr>
          <a:xfrm xmlns:a="http://schemas.openxmlformats.org/drawingml/2006/main">
            <a:off x="10410825" y="3429000"/>
            <a:ext cx="142875" cy="0"/>
          </a:xfrm>
          <a:prstGeom xmlns:a="http://schemas.openxmlformats.org/drawingml/2006/main" prst="line">
            <a:avLst/>
          </a:prstGeom>
          <a:noFill xmlns:a="http://schemas.openxmlformats.org/drawingml/2006/main"/>
          <a:ln xmlns:a="http://schemas.openxmlformats.org/drawingml/2006/main" w="16193">
            <a:solidFill>
              <a:srgbClr val="8B9992"/>
            </a:solidFill>
            <a:prstDash val="solid"/>
          </a:ln>
        </p:spPr>
      </p:sp>
      <p:sp>
        <p:nvSpPr>
          <p:cNvPr id="101" name="">
            <a:extLst xmlns:a="http://schemas.openxmlformats.org/drawingml/2006/main">
              <a:ext uri="{FF2B5EF4-FFF2-40B4-BE49-F238E27FC236}">
                <a16:creationId xmlns:a16="http://schemas.microsoft.com/office/drawing/2014/main" id="{C0B5ED88-4912-43DD-933C-F35485933358}"/>
              </a:ext>
            </a:extLst>
          </p:cNvPr>
          <p:cNvSpPr>
            <a:spLocks xmlns:a="http://schemas.openxmlformats.org/drawingml/2006/main" noGrp="1"/>
          </p:cNvSpPr>
          <p:nvPr/>
        </p:nvSpPr>
        <p:spPr>
          <a:xfrm xmlns:a="http://schemas.openxmlformats.org/drawingml/2006/main">
            <a:off x="3314700" y="5143500"/>
            <a:ext cx="8420100" cy="428625"/>
          </a:xfrm>
          <a:prstGeom xmlns:a="http://schemas.openxmlformats.org/drawingml/2006/main" prst="roundRect">
            <a:avLst>
              <a:gd name="adj" fmla="val 28889"/>
            </a:avLst>
          </a:prstGeom>
          <a:solidFill xmlns:a="http://schemas.openxmlformats.org/drawingml/2006/main">
            <a:srgbClr val="FFF5E6"/>
          </a:solidFill>
          <a:ln xmlns:a="http://schemas.openxmlformats.org/drawingml/2006/main" w="11430">
            <a:solidFill>
              <a:srgbClr val="A56216"/>
            </a:solidFill>
            <a:prstDash val="dash"/>
          </a:ln>
        </p:spPr>
      </p:sp>
      <p:sp>
        <p:nvSpPr>
          <p:cNvPr id="102" name="">
            <a:extLst xmlns:a="http://schemas.openxmlformats.org/drawingml/2006/main">
              <a:ext uri="{FF2B5EF4-FFF2-40B4-BE49-F238E27FC236}">
                <a16:creationId xmlns:a16="http://schemas.microsoft.com/office/drawing/2014/main" id="{F03EEC5A-AF69-41A3-81D5-C3D53EB6C463}"/>
              </a:ext>
            </a:extLst>
          </p:cNvPr>
          <p:cNvSpPr>
            <a:spLocks xmlns:a="http://schemas.openxmlformats.org/drawingml/2006/main" noGrp="1"/>
          </p:cNvSpPr>
          <p:nvPr/>
        </p:nvSpPr>
        <p:spPr>
          <a:xfrm xmlns:a="http://schemas.openxmlformats.org/drawingml/2006/main">
            <a:off x="3476625" y="525780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73" b="1">
                <a:solidFill>
                  <a:srgbClr val="A56216"/>
                </a:solidFill>
                <a:latin typeface="Noto Sans KR"/>
                <a:ea typeface="Noto Sans KR"/>
                <a:cs typeface="Noto Sans KR"/>
              </a:defRPr>
            </a:pPr>
            <a:r>
              <a:rPr sz="773" b="1">
                <a:solidFill>
                  <a:srgbClr val="A56216"/>
                </a:solidFill>
                <a:latin typeface="Noto Sans KR"/>
                <a:ea typeface="Noto Sans KR"/>
                <a:cs typeface="Noto Sans KR"/>
              </a:rPr>
              <a:t>평가 결과 기반 개선</a:t>
            </a:r>
          </a:p>
        </p:txBody>
      </p:sp>
      <p:sp>
        <p:nvSpPr>
          <p:cNvPr id="103" name="">
            <a:extLst xmlns:a="http://schemas.openxmlformats.org/drawingml/2006/main">
              <a:ext uri="{FF2B5EF4-FFF2-40B4-BE49-F238E27FC236}">
                <a16:creationId xmlns:a16="http://schemas.microsoft.com/office/drawing/2014/main" id="{DB1DC837-D256-451B-8CC0-87C4C5445EEC}"/>
              </a:ext>
            </a:extLst>
          </p:cNvPr>
          <p:cNvSpPr>
            <a:spLocks xmlns:a="http://schemas.openxmlformats.org/drawingml/2006/main" noGrp="1"/>
          </p:cNvSpPr>
          <p:nvPr/>
        </p:nvSpPr>
        <p:spPr>
          <a:xfrm xmlns:a="http://schemas.openxmlformats.org/drawingml/2006/main">
            <a:off x="4848225" y="5257800"/>
            <a:ext cx="4048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28" b="1">
                <a:solidFill>
                  <a:srgbClr val="765023"/>
                </a:solidFill>
                <a:latin typeface="Noto Sans KR"/>
                <a:ea typeface="Noto Sans KR"/>
                <a:cs typeface="Noto Sans KR"/>
              </a:defRPr>
            </a:pPr>
            <a:r>
              <a:rPr sz="728" b="1">
                <a:solidFill>
                  <a:srgbClr val="765023"/>
                </a:solidFill>
                <a:latin typeface="Noto Sans KR"/>
                <a:ea typeface="Noto Sans KR"/>
                <a:cs typeface="Noto Sans KR"/>
              </a:rPr>
              <a:t>Prompt · 역할별 모델 · 검색 설정 · 평가 케이스 보완</a:t>
            </a:r>
          </a:p>
        </p:txBody>
      </p:sp>
      <p:sp>
        <p:nvSpPr>
          <p:cNvPr id="104" name="">
            <a:extLst xmlns:a="http://schemas.openxmlformats.org/drawingml/2006/main">
              <a:ext uri="{FF2B5EF4-FFF2-40B4-BE49-F238E27FC236}">
                <a16:creationId xmlns:a16="http://schemas.microsoft.com/office/drawing/2014/main" id="{286F8A00-55C4-47B7-A396-48E0085CE34C}"/>
              </a:ext>
            </a:extLst>
          </p:cNvPr>
          <p:cNvSpPr>
            <a:spLocks xmlns:a="http://schemas.openxmlformats.org/drawingml/2006/main" noGrp="1"/>
          </p:cNvSpPr>
          <p:nvPr/>
        </p:nvSpPr>
        <p:spPr>
          <a:xfrm xmlns:a="http://schemas.openxmlformats.org/drawingml/2006/main">
            <a:off x="9753600" y="5257800"/>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05" b="1">
                <a:solidFill>
                  <a:srgbClr val="765023"/>
                </a:solidFill>
                <a:latin typeface="Noto Sans KR"/>
                <a:ea typeface="Noto Sans KR"/>
                <a:cs typeface="Noto Sans KR"/>
              </a:defRPr>
            </a:pPr>
            <a:r>
              <a:rPr sz="705" b="1">
                <a:solidFill>
                  <a:srgbClr val="765023"/>
                </a:solidFill>
                <a:latin typeface="Noto Sans KR"/>
                <a:ea typeface="Noto Sans KR"/>
                <a:cs typeface="Noto Sans KR"/>
              </a:rPr>
              <a:t>운영 기준으로 재평가 ↩</a:t>
            </a:r>
          </a:p>
        </p:txBody>
      </p:sp>
      <p:sp>
        <p:nvSpPr>
          <p:cNvPr id="105" name="">
            <a:extLst xmlns:a="http://schemas.openxmlformats.org/drawingml/2006/main">
              <a:ext uri="{FF2B5EF4-FFF2-40B4-BE49-F238E27FC236}">
                <a16:creationId xmlns:a16="http://schemas.microsoft.com/office/drawing/2014/main" id="{79A1F1F5-C0D5-4A4E-BB64-C3DDFF7DDD87}"/>
              </a:ext>
            </a:extLst>
          </p:cNvPr>
          <p:cNvSpPr>
            <a:spLocks xmlns:a="http://schemas.openxmlformats.org/drawingml/2006/main" noGrp="1"/>
          </p:cNvSpPr>
          <p:nvPr/>
        </p:nvSpPr>
        <p:spPr>
          <a:xfrm xmlns:a="http://schemas.openxmlformats.org/drawingml/2006/main">
            <a:off x="11144250" y="4505325"/>
            <a:ext cx="0" cy="638175"/>
          </a:xfrm>
          <a:prstGeom xmlns:a="http://schemas.openxmlformats.org/drawingml/2006/main" prst="line">
            <a:avLst/>
          </a:prstGeom>
          <a:noFill xmlns:a="http://schemas.openxmlformats.org/drawingml/2006/main"/>
          <a:ln xmlns:a="http://schemas.openxmlformats.org/drawingml/2006/main" w="13335">
            <a:solidFill>
              <a:srgbClr val="A56216"/>
            </a:solidFill>
            <a:prstDash val="dash"/>
          </a:ln>
        </p:spPr>
      </p:sp>
      <p:sp>
        <p:nvSpPr>
          <p:cNvPr id="106" name="">
            <a:extLst xmlns:a="http://schemas.openxmlformats.org/drawingml/2006/main">
              <a:ext uri="{FF2B5EF4-FFF2-40B4-BE49-F238E27FC236}">
                <a16:creationId xmlns:a16="http://schemas.microsoft.com/office/drawing/2014/main" id="{7707960D-F9DB-4C19-AB35-4E4CE6DC880D}"/>
              </a:ext>
            </a:extLst>
          </p:cNvPr>
          <p:cNvSpPr>
            <a:spLocks xmlns:a="http://schemas.openxmlformats.org/drawingml/2006/main" noGrp="1"/>
          </p:cNvSpPr>
          <p:nvPr/>
        </p:nvSpPr>
        <p:spPr>
          <a:xfrm xmlns:a="http://schemas.openxmlformats.org/drawingml/2006/main">
            <a:off x="4171950" y="4333875"/>
            <a:ext cx="0" cy="809625"/>
          </a:xfrm>
          <a:prstGeom xmlns:a="http://schemas.openxmlformats.org/drawingml/2006/main" prst="line">
            <a:avLst/>
          </a:prstGeom>
          <a:noFill xmlns:a="http://schemas.openxmlformats.org/drawingml/2006/main"/>
          <a:ln xmlns:a="http://schemas.openxmlformats.org/drawingml/2006/main" w="13335">
            <a:solidFill>
              <a:srgbClr val="A56216"/>
            </a:solidFill>
            <a:prstDash val="dash"/>
          </a:ln>
        </p:spPr>
      </p:sp>
      <p:sp>
        <p:nvSpPr>
          <p:cNvPr id="107" name="">
            <a:extLst xmlns:a="http://schemas.openxmlformats.org/drawingml/2006/main">
              <a:ext uri="{FF2B5EF4-FFF2-40B4-BE49-F238E27FC236}">
                <a16:creationId xmlns:a16="http://schemas.microsoft.com/office/drawing/2014/main" id="{5438E92F-BC03-4F63-9D78-CA5883284336}"/>
              </a:ext>
            </a:extLst>
          </p:cNvPr>
          <p:cNvSpPr>
            <a:spLocks xmlns:a="http://schemas.openxmlformats.org/drawingml/2006/main" noGrp="1"/>
          </p:cNvSpPr>
          <p:nvPr/>
        </p:nvSpPr>
        <p:spPr>
          <a:xfrm xmlns:a="http://schemas.openxmlformats.org/drawingml/2006/main">
            <a:off x="457200" y="6191250"/>
            <a:ext cx="11277600" cy="0"/>
          </a:xfrm>
          <a:prstGeom xmlns:a="http://schemas.openxmlformats.org/drawingml/2006/main" prst="line">
            <a:avLst/>
          </a:prstGeom>
          <a:noFill xmlns:a="http://schemas.openxmlformats.org/drawingml/2006/main"/>
          <a:ln xmlns:a="http://schemas.openxmlformats.org/drawingml/2006/main" w="9525">
            <a:solidFill>
              <a:srgbClr val="D8E3DE"/>
            </a:solidFill>
            <a:prstDash val="solid"/>
          </a:ln>
        </p:spPr>
      </p:sp>
      <p:sp>
        <p:nvSpPr>
          <p:cNvPr id="108" name="">
            <a:extLst xmlns:a="http://schemas.openxmlformats.org/drawingml/2006/main">
              <a:ext uri="{FF2B5EF4-FFF2-40B4-BE49-F238E27FC236}">
                <a16:creationId xmlns:a16="http://schemas.microsoft.com/office/drawing/2014/main" id="{F2C96383-8D82-4A2F-8CF8-0FDF97CDDB8D}"/>
              </a:ext>
            </a:extLst>
          </p:cNvPr>
          <p:cNvSpPr>
            <a:spLocks xmlns:a="http://schemas.openxmlformats.org/drawingml/2006/main" noGrp="1"/>
          </p:cNvSpPr>
          <p:nvPr/>
        </p:nvSpPr>
        <p:spPr>
          <a:xfrm xmlns:a="http://schemas.openxmlformats.org/drawingml/2006/main">
            <a:off x="457200" y="6315075"/>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88" b="1">
                <a:solidFill>
                  <a:srgbClr val="27664F"/>
                </a:solidFill>
                <a:latin typeface="Noto Sans KR"/>
                <a:ea typeface="Noto Sans KR"/>
                <a:cs typeface="Noto Sans KR"/>
              </a:defRPr>
            </a:pPr>
            <a:r>
              <a:rPr sz="788" b="1">
                <a:solidFill>
                  <a:srgbClr val="27664F"/>
                </a:solidFill>
                <a:latin typeface="Noto Sans KR"/>
                <a:ea typeface="Noto Sans KR"/>
                <a:cs typeface="Noto Sans KR"/>
              </a:rPr>
              <a:t>핵심:</a:t>
            </a:r>
          </a:p>
        </p:txBody>
      </p:sp>
      <p:sp>
        <p:nvSpPr>
          <p:cNvPr id="109" name="">
            <a:extLst xmlns:a="http://schemas.openxmlformats.org/drawingml/2006/main">
              <a:ext uri="{FF2B5EF4-FFF2-40B4-BE49-F238E27FC236}">
                <a16:creationId xmlns:a16="http://schemas.microsoft.com/office/drawing/2014/main" id="{4038DC3C-7E11-4642-964A-7D7FDC4ABA5B}"/>
              </a:ext>
            </a:extLst>
          </p:cNvPr>
          <p:cNvSpPr>
            <a:spLocks xmlns:a="http://schemas.openxmlformats.org/drawingml/2006/main" noGrp="1"/>
          </p:cNvSpPr>
          <p:nvPr/>
        </p:nvSpPr>
        <p:spPr>
          <a:xfrm xmlns:a="http://schemas.openxmlformats.org/drawingml/2006/main">
            <a:off x="933450" y="6315075"/>
            <a:ext cx="10801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65" b="1">
                <a:solidFill>
                  <a:srgbClr val="46564F"/>
                </a:solidFill>
                <a:latin typeface="Noto Sans KR"/>
                <a:ea typeface="Noto Sans KR"/>
                <a:cs typeface="Noto Sans KR"/>
              </a:defRPr>
            </a:pPr>
            <a:r>
              <a:rPr sz="765" b="1">
                <a:solidFill>
                  <a:srgbClr val="46564F"/>
                </a:solidFill>
                <a:latin typeface="Noto Sans KR"/>
                <a:ea typeface="Noto Sans KR"/>
                <a:cs typeface="Noto Sans KR"/>
              </a:rPr>
              <a:t>Sol은 초기 설계 검증에 사용하고, Luna·Terra를 API 운영 기준으로 최적화한 뒤 Qwen·Gemma의 로컬 전환 가능성을 같은 평가 체계로 확인합니다.</a:t>
            </a:r>
          </a:p>
        </p:txBody>
      </p:sp>
    </p:spTree>
    <p:extLst>
      <p:ext uri="{BB962C8B-B14F-4D97-AF65-F5344CB8AC3E}">
        <p14:creationId xmlns:p14="http://schemas.microsoft.com/office/powerpoint/2010/main" val="20786461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2026-09-05T15:00:30.3590000Z</dcterms:created>
  <dcterms:modified xsi:type="dcterms:W3CDTF">2026-09-05T15:00:30.3590000Z</dcterms:modified>
</coreProperties>
</file>