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07c5b0faaf4184" /><Relationship Type="http://schemas.openxmlformats.org/officeDocument/2006/relationships/extended-properties" Target="/docProps/app.xml" Id="Rba22d5023f7c4adc" /><Relationship Type="http://schemas.openxmlformats.org/officeDocument/2006/relationships/officeDocument" Target="/ppt/presentation.xml" Id="R95322b3651a7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b132cafbb34f26"/>
  </p:sldMasterIdLst>
  <p:notesMasterIdLst>
    <p:notesMasterId xmlns:r="http://schemas.openxmlformats.org/officeDocument/2006/relationships" r:id="Rfbb5bc8fed0640a7"/>
  </p:notesMasterIdLst>
  <p:sldIdLst>
    <p:sldId xmlns:r="http://schemas.openxmlformats.org/officeDocument/2006/relationships" id="256" r:id="R4ba3b91e0e2442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ce252e8a684e31" /><Relationship Type="http://schemas.openxmlformats.org/officeDocument/2006/relationships/slideMaster" Target="/ppt/slideMasters/slideMaster1.xml" Id="Rf0b132cafbb34f26" /><Relationship Type="http://schemas.openxmlformats.org/officeDocument/2006/relationships/notesMaster" Target="/ppt/notesMasters/notesMaster1.xml" Id="Rfbb5bc8fed0640a7" /><Relationship Type="http://schemas.openxmlformats.org/officeDocument/2006/relationships/presProps" Target="/ppt/presProps.xml" Id="R862b7ae18f314057" /><Relationship Type="http://schemas.openxmlformats.org/officeDocument/2006/relationships/tableStyles" Target="/ppt/tableStyles.xml" Id="R9e65fae5f70c4ab7" /><Relationship Type="http://schemas.openxmlformats.org/officeDocument/2006/relationships/slide" Target="/ppt/slides/slide1.xml" Id="R4ba3b91e0e24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7c29eee34a43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9adf97be594db0" /><Relationship Type="http://schemas.openxmlformats.org/officeDocument/2006/relationships/notesMaster" Target="/ppt/notesMasters/notesMaster1.xml" Id="R78559c87e30b40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표기 참고: OpenAI API https://openai.com/brand/ ; LangGraph https://docs.langchain.com/ ; PostgreSQL https://wiki.postgresql.org/wiki/Logo ; Python https://www.python.org/community/logos/ . 제품 로고를 변형하지 않고, 도식에는 자체 제작한 중립 픽토그램과 공식 기술명을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38e2ada6a43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46edf243a04bfa" /><Relationship Type="http://schemas.openxmlformats.org/officeDocument/2006/relationships/slideLayout" Target="/ppt/slideLayouts/slideLayout1.xml" Id="R623f75adc9454a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3f75adc9454a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4bad93c2c471a" /><Relationship Type="http://schemas.openxmlformats.org/officeDocument/2006/relationships/image" Target="/ppt/media/image.png" Id="R063bc472b8ea4295" /><Relationship Type="http://schemas.openxmlformats.org/officeDocument/2006/relationships/image" Target="/ppt/media/image.svg" Id="R36198773cc194e82" /><Relationship Type="http://schemas.openxmlformats.org/officeDocument/2006/relationships/image" Target="/ppt/media/image2.png" Id="R2b2e5c884dd741f8" /><Relationship Type="http://schemas.openxmlformats.org/officeDocument/2006/relationships/image" Target="/ppt/media/image2.svg" Id="Rfcb3155283d449f5" /><Relationship Type="http://schemas.openxmlformats.org/officeDocument/2006/relationships/image" Target="/ppt/media/image3.png" Id="Rd8c7cea9399745a8" /><Relationship Type="http://schemas.openxmlformats.org/officeDocument/2006/relationships/image" Target="/ppt/media/image3.svg" Id="R25b5081e588b4462" /><Relationship Type="http://schemas.openxmlformats.org/officeDocument/2006/relationships/image" Target="/ppt/media/image4.png" Id="Rede0c53385454dd1" /><Relationship Type="http://schemas.openxmlformats.org/officeDocument/2006/relationships/image" Target="/ppt/media/image4.svg" Id="R8f24aea960d647c4" /><Relationship Type="http://schemas.openxmlformats.org/officeDocument/2006/relationships/image" Target="/ppt/media/image5.png" Id="Re4865439d4cd419e" /><Relationship Type="http://schemas.openxmlformats.org/officeDocument/2006/relationships/image" Target="/ppt/media/image5.svg" Id="R88fc580976854e4a" /><Relationship Type="http://schemas.openxmlformats.org/officeDocument/2006/relationships/image" Target="/ppt/media/image6.png" Id="R1c53ee19e2884075" /><Relationship Type="http://schemas.openxmlformats.org/officeDocument/2006/relationships/image" Target="/ppt/media/image6.svg" Id="Rfd0c4b4a40c84652" /><Relationship Type="http://schemas.openxmlformats.org/officeDocument/2006/relationships/image" Target="/ppt/media/image7.png" Id="R414ec62d1b584ba8" /><Relationship Type="http://schemas.openxmlformats.org/officeDocument/2006/relationships/image" Target="/ppt/media/image7.svg" Id="Re908730ca53d4104" /><Relationship Type="http://schemas.openxmlformats.org/officeDocument/2006/relationships/image" Target="/ppt/media/image8.png" Id="Re338a7271e534b30" /><Relationship Type="http://schemas.openxmlformats.org/officeDocument/2006/relationships/image" Target="/ppt/media/image8.svg" Id="R95d8886712e941fa" /><Relationship Type="http://schemas.openxmlformats.org/officeDocument/2006/relationships/image" Target="/ppt/media/image9.png" Id="R8b5eb38d82fd40e1" /><Relationship Type="http://schemas.openxmlformats.org/officeDocument/2006/relationships/image" Target="/ppt/media/image9.svg" Id="R4d5e7b3526104b14" /><Relationship Type="http://schemas.openxmlformats.org/officeDocument/2006/relationships/image" Target="/ppt/media/image10.png" Id="Rf3e4dd6241b44e4c" /><Relationship Type="http://schemas.openxmlformats.org/officeDocument/2006/relationships/image" Target="/ppt/media/image10.svg" Id="Rf95b429f3d93454a" /><Relationship Type="http://schemas.openxmlformats.org/officeDocument/2006/relationships/image" Target="/ppt/media/image11.png" Id="Rd18e1aa34a1e40a9" /><Relationship Type="http://schemas.openxmlformats.org/officeDocument/2006/relationships/image" Target="/ppt/media/image11.svg" Id="Rfc91d963deb2443d" /><Relationship Type="http://schemas.openxmlformats.org/officeDocument/2006/relationships/notesSlide" Target="/ppt/notesSlides/notesSlide1.xml" Id="Rab8d984b49d94e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F8C2456-0AA3-4D07-B52B-C5987D14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AA5F6-F8C1-4053-8E23-930EE8F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고객 리뷰 분석 Agent의 모델 입력과 출력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A29F0-72B3-4956-8828-C21D062D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각 단계에서 모델이 받는 정보와 생성 결과를 분리하고, 조회·검증·집계는 테스트 가능한 코드로 통제했습니다.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9C431-0380-48B1-83CA-E55002DC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246FC-9D09-4CE4-BDC2-2DBE31BC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2FF12-CDBD-4396-9546-BC867FEE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선택과 데이터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05AFB-D4F6-4785-A670-99F43AAE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05953-F941-44B9-B856-C9BD703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067E0-7C50-4F4D-84BF-23D2A8E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Term 추출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21445-2FD7-4834-A632-CB94E108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91962-8240-4959-B79F-ADCB6987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5A278-4BF1-498A-87F9-867EEF7F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최종 답변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CA450-9C52-4796-A5B9-ED0A3301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94891-1CC8-4A6E-B184-F571B02E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bc472b8ea4295">
            <a:extLst>
              <a:ext uri="{96DAC541-7B7A-43D3-8B79-37D633B846F1}">
                <asvg:svgBlip xmlns:asvg="http://schemas.microsoft.com/office/drawing/2016/SVG/main" r:embed="R36198773cc194e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734CB-B13D-4853-8A10-03036CBD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F7346-BEA5-48CD-A98D-793DA6C6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7122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“이 상품의 반복 불만과</a:t>
            </a:r>
          </a:p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개선점을 알려줘”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CA0DC-7767-40E4-83EA-D29005B6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사용자 질문과 대화 맥락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99081-7894-40F2-8949-3966310D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5363C-5132-4F70-8422-E23E7B9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873F7-231F-4554-B461-096292A1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e5c884dd741f8">
            <a:extLst>
              <a:ext uri="{96DAC541-7B7A-43D3-8B79-37D633B846F1}">
                <asvg:svgBlip xmlns:asvg="http://schemas.microsoft.com/office/drawing/2016/SVG/main" r:embed="Rfcb3155283d449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5AEF7-9DDE-45F2-BEBE-8F7FF70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D03B3-8A49-4F97-9142-FB912469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F89DB-6458-4E3E-9063-450D355D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 의도와 조회 조건 해석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B2EA9-A8E6-4724-B6E0-E5A077B7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A5440-E3E7-4679-9C30-2559FF50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33725"/>
            <a:ext cx="6191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5B3DA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rPr>
              <a:t>LangGraph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BDA31-9647-4847-811F-2ADE61E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ADC967-1DB0-4887-A0CB-EE6632B1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371DA8-9670-42AE-B4BB-D57275EF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7cea9399745a8">
            <a:extLst>
              <a:ext uri="{96DAC541-7B7A-43D3-8B79-37D633B846F1}">
                <asvg:svgBlip xmlns:asvg="http://schemas.microsoft.com/office/drawing/2016/SVG/main" r:embed="R25b5081e588b44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EEE800-A1E5-4229-A958-0646562D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F634A-AE97-4A95-908E-F55E8CAD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957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get_review_patterns_tool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C7FCA7-1800-4B56-B32B-346C8928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parent_asin · limit=20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4B9D2B-CD76-47BD-A81D-C94E06EF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156051-5029-4111-9577-B209BA7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E79F18-44FE-4FDE-A61D-9069F8C5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0c53385454dd1">
            <a:extLst>
              <a:ext uri="{96DAC541-7B7A-43D3-8B79-37D633B846F1}">
                <asvg:svgBlip xmlns:asvg="http://schemas.microsoft.com/office/drawing/2016/SVG/main" r:embed="R8f24aea960d647c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E46FD9-BA3B-4137-A22C-0B983D5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VERIFIED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46EF1A-EB8D-43F8-B3C5-894BCD5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고정 SQL Tool 실행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F635A4-FBF4-499B-AA67-1C6BBAA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표본과 평점 통계 조회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12DA1E-A7C5-4233-B51B-3371E11F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57775"/>
            <a:ext cx="6858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33679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C6B798-D3F1-483F-A2AE-761184B2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48EACE-4313-4C0C-B877-0EBD16E0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65439d4cd419e">
            <a:extLst>
              <a:ext uri="{96DAC541-7B7A-43D3-8B79-37D633B846F1}">
                <asvg:svgBlip xmlns:asvg="http://schemas.microsoft.com/office/drawing/2016/SVG/main" r:embed="R88fc580976854e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72699D-9981-4A69-B527-E391271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A0988B-0FD1-4C97-9ADD-77AAB0CD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선별 리뷰 20건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8BB78A-BB63-4257-B26F-E033805B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기본: 3점 이하·공감 투표 1 이상</a:t>
            </a:r>
          </a:p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추출 규칙·JSON Schema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188D51-9A4D-4115-8456-64832588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A5EE7-594D-4CF9-B409-DF2F154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6CE9D2-B17C-43C7-8FFE-37284466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53ee19e2884075">
            <a:extLst>
              <a:ext uri="{96DAC541-7B7A-43D3-8B79-37D633B846F1}">
                <asvg:svgBlip xmlns:asvg="http://schemas.microsoft.com/office/drawing/2016/SVG/main" r:embed="Rfd0c4b4a40c846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BAF193-0701-4057-A8BF-9C25C71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5AA53B-9BB7-41FF-B513-6F76844E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5CD135A-F37D-4864-8FA6-89C4A3BD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불만 유형과 감성, 근거 문장 식별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643F7A-02FD-40F4-BAF0-6962874E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3AB960-CB1A-4A00-A937-3FAA95E5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BE4CA9-77B1-4CF8-9B0A-3316D2D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2F4A36-593E-4127-BC52-0E2F9460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ec62d1b584ba8">
            <a:extLst>
              <a:ext uri="{96DAC541-7B7A-43D3-8B79-37D633B846F1}">
                <asvg:svgBlip xmlns:asvg="http://schemas.microsoft.com/office/drawing/2016/SVG/main" r:embed="Re908730ca53d410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DF0238-F79E-4D92-B447-9DB47CE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C20290-8D27-42DA-9356-1F5141C7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DE68607-2646-4EE0-816D-A2987081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Aspect Term · Sentiment · Evidence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207F19-72B3-481B-BE7B-1B490471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15886DE-F94E-4AA9-873A-E3D13973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92FCBF-AC1E-44E5-9CFF-2D4E27BF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8a7271e534b30">
            <a:extLst>
              <a:ext uri="{96DAC541-7B7A-43D3-8B79-37D633B846F1}">
                <asvg:svgBlip xmlns:asvg="http://schemas.microsoft.com/office/drawing/2016/SVG/main" r:embed="R95d8886712e941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563E38-C159-49C6-A14E-E2048137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VERIFIED CODE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BF8B5D-A251-469C-A5A3-5861AB00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원문 검증과 Python 집계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A44DBC-D330-4FA6-9F1E-11DEBB78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없는 근거·중복 제거, 빈도·비율 계산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9170EF-60E5-4874-BD51-115F7168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4476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86DA8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rPr>
              <a:t>Python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40159E2-080B-4D02-8BFF-B0D507D0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00C841-D6CD-49FD-91BD-0E31A2C0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eb38d82fd40e1">
            <a:extLst>
              <a:ext uri="{96DAC541-7B7A-43D3-8B79-37D633B846F1}">
                <asvg:svgBlip xmlns:asvg="http://schemas.microsoft.com/office/drawing/2016/SVG/main" r:embed="R4d5e7b3526104b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F498F7-9FF6-4AC3-9105-CAD4AD0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9256D1B-2F9D-4F5D-9E35-344478A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검증된 분석 결과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8FC2934-4887-436E-83E8-7669375A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질문·SQL 통계·Aspect 빈도</a:t>
            </a:r>
          </a:p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대표 리뷰 근거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6F80B21-8478-4802-B48C-5463351B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3C7956-FF46-4C74-B84E-3653D2AF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30EBBF-C881-4256-93E0-AA47640A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4dd6241b44e4c">
            <a:extLst>
              <a:ext uri="{96DAC541-7B7A-43D3-8B79-37D633B846F1}">
                <asvg:svgBlip xmlns:asvg="http://schemas.microsoft.com/office/drawing/2016/SVG/main" r:embed="Rf95b429f3d9345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EAE10E7-57D2-408D-8356-9E78AAF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E62236E-72B1-4B5E-8ABF-30E74A7A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Final Agent LLM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D0C884C-6CA5-4A49-BE6D-33268DDD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 결과를 업무 관점으로 해석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82F859-BCCA-4157-A3E2-2682115E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85D655-1696-42A8-9AA7-1279B296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498B78-8372-400A-A995-8714B9BD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7C6465-76D2-425D-B603-F6EEEF4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e1aa34a1e40a9">
            <a:extLst>
              <a:ext uri="{96DAC541-7B7A-43D3-8B79-37D633B846F1}">
                <asvg:svgBlip xmlns:asvg="http://schemas.microsoft.com/office/drawing/2016/SVG/main" r:embed="Rfc91d963deb244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124D100-97EE-4E77-9B52-9B8588A0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FINAL OUTPUT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87DA406-3277-42FF-9BA6-638172FC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업무 활용 답변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571F0C2-A50A-4BFC-827F-94ADDCCE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반복 불만·수치·대표 근거</a:t>
            </a:r>
          </a:p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제품 개선 우선순위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453E92B-D4B5-4BF7-A294-FC65B2E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표본</a:t>
            </a:r>
          </a:p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정량 통계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ED68C5E-42E2-4A7B-B3DC-EEB71F90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462DBC-F2BF-445A-AF6B-556B28A1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Grounded</a:t>
            </a:r>
          </a:p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Context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C378E3B-AF27-4B98-B98A-FB7182CE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87284C6-3120-4474-A40D-8EA07AF4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5781DE-A9D3-436B-81BA-1F2E4D02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AB1E863-2D9B-467C-BC9C-D7F4CFAF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8EDD61-09AA-43D4-942B-0C07ED9C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A0424C3-84F8-42D4-9724-838AC93C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7A5E18-F62B-4450-803D-68C668C9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모델 출력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F54A0D0-0334-4E0C-8DFC-9F35B22F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9BDE884-F452-46EB-BDCE-B422056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검증된 코드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EEE0A1A-6560-41E2-ACFF-BD155316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57925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rPr>
              <a:t>LLM이 SQL을 직접 생성하지 않으며, 원문에 없는 Evidence는 집계 전에 제거합니다.</a:t>
            </a:r>
          </a:p>
        </p:txBody>
      </p:sp>
    </p:spTree>
    <p:extLst>
      <p:ext uri="{BB962C8B-B14F-4D97-AF65-F5344CB8AC3E}">
        <p14:creationId xmlns:p14="http://schemas.microsoft.com/office/powerpoint/2010/main" val="908968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2026-09-05T12:56:12.4570000Z</dcterms:created>
  <dcterms:modified xsi:type="dcterms:W3CDTF">2026-09-05T12:56:12.4570000Z</dcterms:modified>
</coreProperties>
</file>